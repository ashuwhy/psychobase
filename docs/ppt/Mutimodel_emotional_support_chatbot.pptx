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5C4190-5501-4FA7-A3E2-AA458E569485}" v="27" dt="2026-07-21T15:00:12.9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ipa garain" userId="c41a3b95e6391515" providerId="LiveId" clId="{60EEC8AE-790F-45A2-92F9-452FF958549F}"/>
    <pc:docChg chg="undo custSel addSld delSld modSld">
      <pc:chgData name="sudipa garain" userId="c41a3b95e6391515" providerId="LiveId" clId="{60EEC8AE-790F-45A2-92F9-452FF958549F}" dt="2026-07-21T15:00:12.995" v="14"/>
      <pc:docMkLst>
        <pc:docMk/>
      </pc:docMkLst>
      <pc:sldChg chg="modSp">
        <pc:chgData name="sudipa garain" userId="c41a3b95e6391515" providerId="LiveId" clId="{60EEC8AE-790F-45A2-92F9-452FF958549F}" dt="2026-07-19T15:00:50.417" v="0"/>
        <pc:sldMkLst>
          <pc:docMk/>
          <pc:sldMk cId="1278433398" sldId="258"/>
        </pc:sldMkLst>
        <pc:spChg chg="mod">
          <ac:chgData name="sudipa garain" userId="c41a3b95e6391515" providerId="LiveId" clId="{60EEC8AE-790F-45A2-92F9-452FF958549F}" dt="2026-07-19T15:00:50.417" v="0"/>
          <ac:spMkLst>
            <pc:docMk/>
            <pc:sldMk cId="1278433398" sldId="258"/>
            <ac:spMk id="2" creationId="{B5624834-876C-44D6-D873-2B3D33D93888}"/>
          </ac:spMkLst>
        </pc:spChg>
      </pc:sldChg>
      <pc:sldChg chg="addSp modSp new del">
        <pc:chgData name="sudipa garain" userId="c41a3b95e6391515" providerId="LiveId" clId="{60EEC8AE-790F-45A2-92F9-452FF958549F}" dt="2026-07-21T14:31:40.686" v="6" actId="2696"/>
        <pc:sldMkLst>
          <pc:docMk/>
          <pc:sldMk cId="4222622389" sldId="262"/>
        </pc:sldMkLst>
        <pc:spChg chg="add mod">
          <ac:chgData name="sudipa garain" userId="c41a3b95e6391515" providerId="LiveId" clId="{60EEC8AE-790F-45A2-92F9-452FF958549F}" dt="2026-07-21T14:29:03.289" v="2"/>
          <ac:spMkLst>
            <pc:docMk/>
            <pc:sldMk cId="4222622389" sldId="262"/>
            <ac:spMk id="6" creationId="{9EBDAAE0-F3B8-67C5-E2AB-41E223FE25D0}"/>
          </ac:spMkLst>
        </pc:spChg>
        <pc:spChg chg="add mod">
          <ac:chgData name="sudipa garain" userId="c41a3b95e6391515" providerId="LiveId" clId="{60EEC8AE-790F-45A2-92F9-452FF958549F}" dt="2026-07-21T14:29:03.289" v="2"/>
          <ac:spMkLst>
            <pc:docMk/>
            <pc:sldMk cId="4222622389" sldId="262"/>
            <ac:spMk id="8" creationId="{3A499DC0-33CF-3C6D-B299-237A5C47213A}"/>
          </ac:spMkLst>
        </pc:spChg>
        <pc:spChg chg="add mod">
          <ac:chgData name="sudipa garain" userId="c41a3b95e6391515" providerId="LiveId" clId="{60EEC8AE-790F-45A2-92F9-452FF958549F}" dt="2026-07-21T14:29:03.289" v="2"/>
          <ac:spMkLst>
            <pc:docMk/>
            <pc:sldMk cId="4222622389" sldId="262"/>
            <ac:spMk id="12" creationId="{21D5326D-12E0-3D82-283A-91834DE21003}"/>
          </ac:spMkLst>
        </pc:spChg>
        <pc:spChg chg="add mod">
          <ac:chgData name="sudipa garain" userId="c41a3b95e6391515" providerId="LiveId" clId="{60EEC8AE-790F-45A2-92F9-452FF958549F}" dt="2026-07-21T14:29:03.289" v="2"/>
          <ac:spMkLst>
            <pc:docMk/>
            <pc:sldMk cId="4222622389" sldId="262"/>
            <ac:spMk id="15" creationId="{F0E769F2-D144-42F8-DCA0-135D52894674}"/>
          </ac:spMkLst>
        </pc:spChg>
        <pc:spChg chg="add mod">
          <ac:chgData name="sudipa garain" userId="c41a3b95e6391515" providerId="LiveId" clId="{60EEC8AE-790F-45A2-92F9-452FF958549F}" dt="2026-07-21T14:29:03.289" v="2"/>
          <ac:spMkLst>
            <pc:docMk/>
            <pc:sldMk cId="4222622389" sldId="262"/>
            <ac:spMk id="17" creationId="{51DFE617-60DA-CA96-A635-BCBFCF65EC56}"/>
          </ac:spMkLst>
        </pc:spChg>
        <pc:spChg chg="add mod">
          <ac:chgData name="sudipa garain" userId="c41a3b95e6391515" providerId="LiveId" clId="{60EEC8AE-790F-45A2-92F9-452FF958549F}" dt="2026-07-21T14:29:03.289" v="2"/>
          <ac:spMkLst>
            <pc:docMk/>
            <pc:sldMk cId="4222622389" sldId="262"/>
            <ac:spMk id="24" creationId="{529F03D7-9F7A-AA2F-00B6-72BCB1A62B3B}"/>
          </ac:spMkLst>
        </pc:spChg>
        <pc:spChg chg="add mod">
          <ac:chgData name="sudipa garain" userId="c41a3b95e6391515" providerId="LiveId" clId="{60EEC8AE-790F-45A2-92F9-452FF958549F}" dt="2026-07-21T14:29:03.289" v="2"/>
          <ac:spMkLst>
            <pc:docMk/>
            <pc:sldMk cId="4222622389" sldId="262"/>
            <ac:spMk id="31" creationId="{6CABC48A-A57A-B330-0785-C4FED3EBC492}"/>
          </ac:spMkLst>
        </pc:spChg>
        <pc:spChg chg="add mod">
          <ac:chgData name="sudipa garain" userId="c41a3b95e6391515" providerId="LiveId" clId="{60EEC8AE-790F-45A2-92F9-452FF958549F}" dt="2026-07-21T14:29:03.289" v="2"/>
          <ac:spMkLst>
            <pc:docMk/>
            <pc:sldMk cId="4222622389" sldId="262"/>
            <ac:spMk id="34" creationId="{F77C6525-9A62-796C-659C-526A40C29C5F}"/>
          </ac:spMkLst>
        </pc:spChg>
        <pc:spChg chg="add mod">
          <ac:chgData name="sudipa garain" userId="c41a3b95e6391515" providerId="LiveId" clId="{60EEC8AE-790F-45A2-92F9-452FF958549F}" dt="2026-07-21T14:29:03.289" v="2"/>
          <ac:spMkLst>
            <pc:docMk/>
            <pc:sldMk cId="4222622389" sldId="262"/>
            <ac:spMk id="37" creationId="{4C117EB0-69CC-2763-9AD1-46E15983EAE2}"/>
          </ac:spMkLst>
        </pc:spChg>
        <pc:spChg chg="add mod">
          <ac:chgData name="sudipa garain" userId="c41a3b95e6391515" providerId="LiveId" clId="{60EEC8AE-790F-45A2-92F9-452FF958549F}" dt="2026-07-21T14:29:03.289" v="2"/>
          <ac:spMkLst>
            <pc:docMk/>
            <pc:sldMk cId="4222622389" sldId="262"/>
            <ac:spMk id="51" creationId="{2F4A9531-1A9B-6F1A-E685-E5F23F9848F3}"/>
          </ac:spMkLst>
        </pc:spChg>
      </pc:sldChg>
      <pc:sldChg chg="addSp modSp new mod">
        <pc:chgData name="sudipa garain" userId="c41a3b95e6391515" providerId="LiveId" clId="{60EEC8AE-790F-45A2-92F9-452FF958549F}" dt="2026-07-21T14:32:31.082" v="12" actId="1076"/>
        <pc:sldMkLst>
          <pc:docMk/>
          <pc:sldMk cId="2030997226" sldId="263"/>
        </pc:sldMkLst>
        <pc:spChg chg="add mod">
          <ac:chgData name="sudipa garain" userId="c41a3b95e6391515" providerId="LiveId" clId="{60EEC8AE-790F-45A2-92F9-452FF958549F}" dt="2026-07-21T14:30:34.947" v="4"/>
          <ac:spMkLst>
            <pc:docMk/>
            <pc:sldMk cId="2030997226" sldId="263"/>
            <ac:spMk id="3" creationId="{1BD8C438-EDB6-5378-FE57-42E5E5D57280}"/>
          </ac:spMkLst>
        </pc:spChg>
        <pc:spChg chg="add mod">
          <ac:chgData name="sudipa garain" userId="c41a3b95e6391515" providerId="LiveId" clId="{60EEC8AE-790F-45A2-92F9-452FF958549F}" dt="2026-07-21T14:30:34.947" v="4"/>
          <ac:spMkLst>
            <pc:docMk/>
            <pc:sldMk cId="2030997226" sldId="263"/>
            <ac:spMk id="10" creationId="{E769EBC4-2F7C-2D8B-2BD6-F965B64E1837}"/>
          </ac:spMkLst>
        </pc:spChg>
        <pc:spChg chg="add mod">
          <ac:chgData name="sudipa garain" userId="c41a3b95e6391515" providerId="LiveId" clId="{60EEC8AE-790F-45A2-92F9-452FF958549F}" dt="2026-07-21T14:30:34.947" v="4"/>
          <ac:spMkLst>
            <pc:docMk/>
            <pc:sldMk cId="2030997226" sldId="263"/>
            <ac:spMk id="20" creationId="{97BDE459-B369-57E3-FCAF-AE71952A4107}"/>
          </ac:spMkLst>
        </pc:spChg>
        <pc:spChg chg="add mod">
          <ac:chgData name="sudipa garain" userId="c41a3b95e6391515" providerId="LiveId" clId="{60EEC8AE-790F-45A2-92F9-452FF958549F}" dt="2026-07-21T14:30:34.947" v="4"/>
          <ac:spMkLst>
            <pc:docMk/>
            <pc:sldMk cId="2030997226" sldId="263"/>
            <ac:spMk id="21" creationId="{5FB0BA63-CEE3-FC23-913C-4D963AA9F855}"/>
          </ac:spMkLst>
        </pc:spChg>
        <pc:spChg chg="mod">
          <ac:chgData name="sudipa garain" userId="c41a3b95e6391515" providerId="LiveId" clId="{60EEC8AE-790F-45A2-92F9-452FF958549F}" dt="2026-07-21T14:32:21.046" v="10" actId="14100"/>
          <ac:spMkLst>
            <pc:docMk/>
            <pc:sldMk cId="2030997226" sldId="263"/>
            <ac:spMk id="25" creationId="{A42ED065-B256-D7F6-887D-4F24FFA613A3}"/>
          </ac:spMkLst>
        </pc:spChg>
        <pc:spChg chg="add mod">
          <ac:chgData name="sudipa garain" userId="c41a3b95e6391515" providerId="LiveId" clId="{60EEC8AE-790F-45A2-92F9-452FF958549F}" dt="2026-07-21T14:32:25.289" v="11" actId="1076"/>
          <ac:spMkLst>
            <pc:docMk/>
            <pc:sldMk cId="2030997226" sldId="263"/>
            <ac:spMk id="26" creationId="{9EDBCCE9-6D1D-BD34-0C7E-9F7FAED42A6E}"/>
          </ac:spMkLst>
        </pc:spChg>
        <pc:spChg chg="add mod">
          <ac:chgData name="sudipa garain" userId="c41a3b95e6391515" providerId="LiveId" clId="{60EEC8AE-790F-45A2-92F9-452FF958549F}" dt="2026-07-21T14:30:34.947" v="4"/>
          <ac:spMkLst>
            <pc:docMk/>
            <pc:sldMk cId="2030997226" sldId="263"/>
            <ac:spMk id="28" creationId="{B058EF28-5075-EAA9-3AF9-4F86A548551D}"/>
          </ac:spMkLst>
        </pc:spChg>
        <pc:spChg chg="mod">
          <ac:chgData name="sudipa garain" userId="c41a3b95e6391515" providerId="LiveId" clId="{60EEC8AE-790F-45A2-92F9-452FF958549F}" dt="2026-07-21T14:32:31.082" v="12" actId="1076"/>
          <ac:spMkLst>
            <pc:docMk/>
            <pc:sldMk cId="2030997226" sldId="263"/>
            <ac:spMk id="30" creationId="{B3EE2614-A1E7-0552-E3F4-D4C26F39964E}"/>
          </ac:spMkLst>
        </pc:spChg>
        <pc:spChg chg="add mod">
          <ac:chgData name="sudipa garain" userId="c41a3b95e6391515" providerId="LiveId" clId="{60EEC8AE-790F-45A2-92F9-452FF958549F}" dt="2026-07-21T14:30:34.947" v="4"/>
          <ac:spMkLst>
            <pc:docMk/>
            <pc:sldMk cId="2030997226" sldId="263"/>
            <ac:spMk id="47" creationId="{FD2C3714-8726-FCC0-4316-56885A783389}"/>
          </ac:spMkLst>
        </pc:spChg>
        <pc:spChg chg="add mod">
          <ac:chgData name="sudipa garain" userId="c41a3b95e6391515" providerId="LiveId" clId="{60EEC8AE-790F-45A2-92F9-452FF958549F}" dt="2026-07-21T14:30:34.947" v="4"/>
          <ac:spMkLst>
            <pc:docMk/>
            <pc:sldMk cId="2030997226" sldId="263"/>
            <ac:spMk id="49" creationId="{E0AFF0FF-8FBB-6E5F-B036-5A15A4A7D29D}"/>
          </ac:spMkLst>
        </pc:spChg>
        <pc:spChg chg="add mod">
          <ac:chgData name="sudipa garain" userId="c41a3b95e6391515" providerId="LiveId" clId="{60EEC8AE-790F-45A2-92F9-452FF958549F}" dt="2026-07-21T14:30:34.947" v="4"/>
          <ac:spMkLst>
            <pc:docMk/>
            <pc:sldMk cId="2030997226" sldId="263"/>
            <ac:spMk id="50" creationId="{F8749A6A-C46E-F969-F59E-C73884A9A9C3}"/>
          </ac:spMkLst>
        </pc:spChg>
        <pc:spChg chg="add mod">
          <ac:chgData name="sudipa garain" userId="c41a3b95e6391515" providerId="LiveId" clId="{60EEC8AE-790F-45A2-92F9-452FF958549F}" dt="2026-07-21T14:30:34.947" v="4"/>
          <ac:spMkLst>
            <pc:docMk/>
            <pc:sldMk cId="2030997226" sldId="263"/>
            <ac:spMk id="51" creationId="{0D78C686-1F30-CF39-0597-1F683E46A9C9}"/>
          </ac:spMkLst>
        </pc:spChg>
      </pc:sldChg>
      <pc:sldChg chg="addSp modSp new">
        <pc:chgData name="sudipa garain" userId="c41a3b95e6391515" providerId="LiveId" clId="{60EEC8AE-790F-45A2-92F9-452FF958549F}" dt="2026-07-21T15:00:12.995" v="14"/>
        <pc:sldMkLst>
          <pc:docMk/>
          <pc:sldMk cId="4162291870" sldId="264"/>
        </pc:sldMkLst>
        <pc:spChg chg="add mod">
          <ac:chgData name="sudipa garain" userId="c41a3b95e6391515" providerId="LiveId" clId="{60EEC8AE-790F-45A2-92F9-452FF958549F}" dt="2026-07-21T15:00:12.995" v="14"/>
          <ac:spMkLst>
            <pc:docMk/>
            <pc:sldMk cId="4162291870" sldId="264"/>
            <ac:spMk id="8" creationId="{0E40DC8A-17C7-10FF-0705-26A516FBA0FF}"/>
          </ac:spMkLst>
        </pc:spChg>
        <pc:spChg chg="add mod">
          <ac:chgData name="sudipa garain" userId="c41a3b95e6391515" providerId="LiveId" clId="{60EEC8AE-790F-45A2-92F9-452FF958549F}" dt="2026-07-21T15:00:12.995" v="14"/>
          <ac:spMkLst>
            <pc:docMk/>
            <pc:sldMk cId="4162291870" sldId="264"/>
            <ac:spMk id="20" creationId="{DB4279C2-5544-A8A1-34C6-ECD4959FB7EF}"/>
          </ac:spMkLst>
        </pc:spChg>
        <pc:spChg chg="add mod">
          <ac:chgData name="sudipa garain" userId="c41a3b95e6391515" providerId="LiveId" clId="{60EEC8AE-790F-45A2-92F9-452FF958549F}" dt="2026-07-21T15:00:12.995" v="14"/>
          <ac:spMkLst>
            <pc:docMk/>
            <pc:sldMk cId="4162291870" sldId="264"/>
            <ac:spMk id="22" creationId="{8F1C2FA1-F959-2499-6849-DCC9FB7ECA89}"/>
          </ac:spMkLst>
        </pc:spChg>
        <pc:spChg chg="add mod">
          <ac:chgData name="sudipa garain" userId="c41a3b95e6391515" providerId="LiveId" clId="{60EEC8AE-790F-45A2-92F9-452FF958549F}" dt="2026-07-21T15:00:12.995" v="14"/>
          <ac:spMkLst>
            <pc:docMk/>
            <pc:sldMk cId="4162291870" sldId="264"/>
            <ac:spMk id="24" creationId="{E32636CC-D506-010B-A0A1-12DB9745A8D5}"/>
          </ac:spMkLst>
        </pc:spChg>
        <pc:spChg chg="add mod">
          <ac:chgData name="sudipa garain" userId="c41a3b95e6391515" providerId="LiveId" clId="{60EEC8AE-790F-45A2-92F9-452FF958549F}" dt="2026-07-21T15:00:12.995" v="14"/>
          <ac:spMkLst>
            <pc:docMk/>
            <pc:sldMk cId="4162291870" sldId="264"/>
            <ac:spMk id="34" creationId="{DA1B3928-FB68-FEAE-1C6A-2325803FC24B}"/>
          </ac:spMkLst>
        </pc:spChg>
        <pc:spChg chg="add mod">
          <ac:chgData name="sudipa garain" userId="c41a3b95e6391515" providerId="LiveId" clId="{60EEC8AE-790F-45A2-92F9-452FF958549F}" dt="2026-07-21T15:00:12.995" v="14"/>
          <ac:spMkLst>
            <pc:docMk/>
            <pc:sldMk cId="4162291870" sldId="264"/>
            <ac:spMk id="46" creationId="{666E4C2F-D7A4-CF2F-4131-9CF3E27440D1}"/>
          </ac:spMkLst>
        </pc:spChg>
        <pc:spChg chg="add mod">
          <ac:chgData name="sudipa garain" userId="c41a3b95e6391515" providerId="LiveId" clId="{60EEC8AE-790F-45A2-92F9-452FF958549F}" dt="2026-07-21T15:00:12.995" v="14"/>
          <ac:spMkLst>
            <pc:docMk/>
            <pc:sldMk cId="4162291870" sldId="264"/>
            <ac:spMk id="56" creationId="{2B9EA64E-086A-0A64-5FC2-8C47DCC7D964}"/>
          </ac:spMkLst>
        </pc:spChg>
        <pc:spChg chg="add mod">
          <ac:chgData name="sudipa garain" userId="c41a3b95e6391515" providerId="LiveId" clId="{60EEC8AE-790F-45A2-92F9-452FF958549F}" dt="2026-07-21T15:00:12.995" v="14"/>
          <ac:spMkLst>
            <pc:docMk/>
            <pc:sldMk cId="4162291870" sldId="264"/>
            <ac:spMk id="60" creationId="{0BC0726F-4D95-7F93-BBA2-66EE4E50CCA8}"/>
          </ac:spMkLst>
        </pc:spChg>
        <pc:spChg chg="add mod">
          <ac:chgData name="sudipa garain" userId="c41a3b95e6391515" providerId="LiveId" clId="{60EEC8AE-790F-45A2-92F9-452FF958549F}" dt="2026-07-21T15:00:12.995" v="14"/>
          <ac:spMkLst>
            <pc:docMk/>
            <pc:sldMk cId="4162291870" sldId="264"/>
            <ac:spMk id="76" creationId="{56261E22-4CBC-DBA4-957B-E7A0E48454F7}"/>
          </ac:spMkLst>
        </pc:spChg>
        <pc:spChg chg="add mod">
          <ac:chgData name="sudipa garain" userId="c41a3b95e6391515" providerId="LiveId" clId="{60EEC8AE-790F-45A2-92F9-452FF958549F}" dt="2026-07-21T15:00:12.995" v="14"/>
          <ac:spMkLst>
            <pc:docMk/>
            <pc:sldMk cId="4162291870" sldId="264"/>
            <ac:spMk id="88" creationId="{B58258FB-B683-1F05-8EA6-9D392972CD38}"/>
          </ac:spMkLst>
        </pc:spChg>
      </pc:sldChg>
    </pc:docChg>
  </pc:docChgLst>
  <pc:docChgLst>
    <pc:chgData name="sudipa garain" userId="c41a3b95e6391515" providerId="LiveId" clId="{D55C4190-5501-4FA7-A3E2-AA458E569485}"/>
    <pc:docChg chg="addSld modSld">
      <pc:chgData name="sudipa garain" userId="c41a3b95e6391515" providerId="LiveId" clId="{D55C4190-5501-4FA7-A3E2-AA458E569485}" dt="2026-07-14T13:44:27.047" v="37" actId="14100"/>
      <pc:docMkLst>
        <pc:docMk/>
      </pc:docMkLst>
      <pc:sldChg chg="modSp">
        <pc:chgData name="sudipa garain" userId="c41a3b95e6391515" providerId="LiveId" clId="{D55C4190-5501-4FA7-A3E2-AA458E569485}" dt="2026-07-14T13:32:05.307" v="27" actId="1076"/>
        <pc:sldMkLst>
          <pc:docMk/>
          <pc:sldMk cId="1278433398" sldId="258"/>
        </pc:sldMkLst>
        <pc:picChg chg="mod">
          <ac:chgData name="sudipa garain" userId="c41a3b95e6391515" providerId="LiveId" clId="{D55C4190-5501-4FA7-A3E2-AA458E569485}" dt="2026-07-14T13:32:05.307" v="27" actId="1076"/>
          <ac:picMkLst>
            <pc:docMk/>
            <pc:sldMk cId="1278433398" sldId="258"/>
            <ac:picMk id="2050" creationId="{B61DFA1C-5C5F-0294-2220-925CE86E5D14}"/>
          </ac:picMkLst>
        </pc:picChg>
      </pc:sldChg>
      <pc:sldChg chg="addSp delSp modSp new mod">
        <pc:chgData name="sudipa garain" userId="c41a3b95e6391515" providerId="LiveId" clId="{D55C4190-5501-4FA7-A3E2-AA458E569485}" dt="2026-07-14T13:31:03.279" v="22" actId="20577"/>
        <pc:sldMkLst>
          <pc:docMk/>
          <pc:sldMk cId="543104488" sldId="259"/>
        </pc:sldMkLst>
        <pc:spChg chg="mod">
          <ac:chgData name="sudipa garain" userId="c41a3b95e6391515" providerId="LiveId" clId="{D55C4190-5501-4FA7-A3E2-AA458E569485}" dt="2026-07-14T13:31:03.279" v="22" actId="20577"/>
          <ac:spMkLst>
            <pc:docMk/>
            <pc:sldMk cId="543104488" sldId="259"/>
            <ac:spMk id="2" creationId="{1781B439-9344-B341-7DFB-0B98379AD9BE}"/>
          </ac:spMkLst>
        </pc:spChg>
        <pc:picChg chg="add mod">
          <ac:chgData name="sudipa garain" userId="c41a3b95e6391515" providerId="LiveId" clId="{D55C4190-5501-4FA7-A3E2-AA458E569485}" dt="2026-07-14T13:30:59.974" v="21" actId="14100"/>
          <ac:picMkLst>
            <pc:docMk/>
            <pc:sldMk cId="543104488" sldId="259"/>
            <ac:picMk id="3082" creationId="{014DDF91-B5E7-EA1A-B18D-6BD9FEDB6052}"/>
          </ac:picMkLst>
        </pc:picChg>
      </pc:sldChg>
      <pc:sldChg chg="addSp delSp modSp new mod">
        <pc:chgData name="sudipa garain" userId="c41a3b95e6391515" providerId="LiveId" clId="{D55C4190-5501-4FA7-A3E2-AA458E569485}" dt="2026-07-14T13:39:42.300" v="33" actId="1076"/>
        <pc:sldMkLst>
          <pc:docMk/>
          <pc:sldMk cId="764799982" sldId="260"/>
        </pc:sldMkLst>
        <pc:picChg chg="add mod ord">
          <ac:chgData name="sudipa garain" userId="c41a3b95e6391515" providerId="LiveId" clId="{D55C4190-5501-4FA7-A3E2-AA458E569485}" dt="2026-07-14T13:39:42.300" v="33" actId="1076"/>
          <ac:picMkLst>
            <pc:docMk/>
            <pc:sldMk cId="764799982" sldId="260"/>
            <ac:picMk id="5" creationId="{7C84CD04-F849-32F6-4C28-A90FF296A057}"/>
          </ac:picMkLst>
        </pc:picChg>
      </pc:sldChg>
      <pc:sldChg chg="addSp delSp modSp new mod">
        <pc:chgData name="sudipa garain" userId="c41a3b95e6391515" providerId="LiveId" clId="{D55C4190-5501-4FA7-A3E2-AA458E569485}" dt="2026-07-14T13:44:27.047" v="37" actId="14100"/>
        <pc:sldMkLst>
          <pc:docMk/>
          <pc:sldMk cId="1713450361" sldId="261"/>
        </pc:sldMkLst>
        <pc:picChg chg="add mod ord">
          <ac:chgData name="sudipa garain" userId="c41a3b95e6391515" providerId="LiveId" clId="{D55C4190-5501-4FA7-A3E2-AA458E569485}" dt="2026-07-14T13:44:27.047" v="37" actId="14100"/>
          <ac:picMkLst>
            <pc:docMk/>
            <pc:sldMk cId="1713450361" sldId="261"/>
            <ac:picMk id="5" creationId="{60817D97-5F8B-24B2-8095-7708AC04997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0F110-0C08-E1AD-3D53-469C97A87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7F8342-5530-8ECD-E5B6-470BD6449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AE851-F05E-C924-C559-A6C1C8A67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62F-5CB3-4F9C-B9D9-50959F9E657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11AB9-2868-91A7-052E-E36D5E53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EF07D-1DEF-E5EA-6274-A5375BD61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68C9-0714-4B15-94D9-C69BCD991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715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A5EC-9240-FD6E-896C-D025F8D5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C4D59-342A-8293-5E20-4AEADD9F6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E205A-4110-014E-914F-944DEACF5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62F-5CB3-4F9C-B9D9-50959F9E657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5D01A-6632-A806-C086-B08325F23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05BA4-55AA-3F17-5ACF-B54374A9C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68C9-0714-4B15-94D9-C69BCD991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979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CEDF3-7A1B-D229-569A-39998575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486FA-75DC-CAFF-6145-6649C8569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88B83-4DC9-B343-FB63-69870F9B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62F-5CB3-4F9C-B9D9-50959F9E657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BCF78-8B3B-4AFD-FCC3-3ED369CB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DCF0F-FCF5-CD66-74A5-A91645CAE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68C9-0714-4B15-94D9-C69BCD991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346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B9297-D837-B465-2521-261B58939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D5835-F27F-09D0-9B5B-AE96EEA23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39FDA-D825-C68E-6B10-A9060D449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55A06B-90E5-CF75-BDE5-5B71C562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62F-5CB3-4F9C-B9D9-50959F9E657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300E2-9917-F630-DA2B-C0E31A8E1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B23CE-DC24-E066-5C71-BBC69221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68C9-0714-4B15-94D9-C69BCD991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59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A1A62-465D-4AE0-474E-3FAE284F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E75DE2-B2F9-48FD-C6CE-5AED55C14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2C489-E3FC-67BD-1CB5-473F3FB9C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C16EF-6D65-FCD2-479B-B7EFE8845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A94D5-B63B-6A23-A79C-FA8DD108EE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D5E1B-2B4D-C9C4-AAA3-0521FEAE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62F-5CB3-4F9C-B9D9-50959F9E657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0631F-E196-82F8-0C6A-EAC6E5153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6C9AD8-5CEF-46FF-D64F-F315D8CC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68C9-0714-4B15-94D9-C69BCD991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950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5810-B626-A907-42C4-E7F4A23AB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A3A892-D6F2-EA37-12D9-69F5F7FA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62F-5CB3-4F9C-B9D9-50959F9E657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E653A-4F0B-4A97-66A9-10A5650F6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B9D5E-B546-6143-A5A3-4AF1657D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68C9-0714-4B15-94D9-C69BCD991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827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3825B-D019-7EE6-BF2C-BA4944199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62F-5CB3-4F9C-B9D9-50959F9E657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8AEAE-962E-FFA8-195B-53CD55A0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41D34-84CF-2344-5806-26B312255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68C9-0714-4B15-94D9-C69BCD991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501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2A75E-7530-51FD-9AAA-7FB02A490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9CBFB-4210-D2BF-86FF-8BC219672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D844A-43EB-0E58-B530-E6E161798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B31C9-CE52-C7FC-A9E6-E1835F222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62F-5CB3-4F9C-B9D9-50959F9E657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8B1BE-23AF-2E1A-6A17-8827D7AF3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90A5B-8448-6083-A2AF-6212ABBC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68C9-0714-4B15-94D9-C69BCD991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423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2D96-A4EA-8655-D135-CBB465BA6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E9CE8-53FA-79DC-BB13-76A456BA93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16E52-14BA-9AFB-2DD9-FB269266C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DF31F-9B5B-F2A6-36A8-A2CD90B94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62F-5CB3-4F9C-B9D9-50959F9E657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911E3-C5B7-B3E6-16A4-EA6EB5DF9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7684C-EE29-DB15-4E18-1C2D5C9A5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68C9-0714-4B15-94D9-C69BCD991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681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375B9-3A86-57AA-7BE5-C4E7BCA32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40003-93B6-E36F-C382-EBA1378864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9FDF4-2B72-826C-AE7D-4A99941A8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62F-5CB3-4F9C-B9D9-50959F9E657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71BCC-30F8-65A9-8115-04DADE0DB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07722-7A82-72FF-6AE9-79B17B1E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68C9-0714-4B15-94D9-C69BCD991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408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D7A56-D0BA-5C1C-9F9F-68B45A3BAC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E5FA2-3046-1341-51B0-6AFB56952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6F204-CB5B-3010-8EEB-76125786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062F-5CB3-4F9C-B9D9-50959F9E657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8CD83-AEFF-8E21-2A02-EC7EA863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8BF6B-EE79-BD2C-1F96-9E5327011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68C9-0714-4B15-94D9-C69BCD991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7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14ADC2-9A55-8EE9-7242-64162C53C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0C02D-C8B7-60C8-C61A-C2D0792EC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5399A-DC40-3858-C5E4-4582CB355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15062F-5CB3-4F9C-B9D9-50959F9E6573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60319-8A4A-0A0E-0A1A-E8AD5A1DD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C29A-EB24-8EC5-B087-86E424E3D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4768C9-0714-4B15-94D9-C69BCD9915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32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D202-483E-8DC7-9880-0C293E7379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br>
              <a:rPr lang="en-US" sz="3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Multi-Modal Emotional Support</a:t>
            </a:r>
            <a:br>
              <a:rPr lang="en-US" sz="3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Chatbot Leveraging Physiological Signals and Textual</a:t>
            </a:r>
            <a:br>
              <a:rPr lang="en-US" sz="3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Inputs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139ED-B17F-AE53-3FCA-B7FBA703C6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842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A1E146-905B-058F-504C-15302598202A}"/>
              </a:ext>
            </a:extLst>
          </p:cNvPr>
          <p:cNvSpPr/>
          <p:nvPr/>
        </p:nvSpPr>
        <p:spPr>
          <a:xfrm>
            <a:off x="458724" y="10058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Detection and Emotional Support Workflow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D8C438-EDB6-5378-FE57-42E5E5D57280}"/>
              </a:ext>
            </a:extLst>
          </p:cNvPr>
          <p:cNvSpPr/>
          <p:nvPr/>
        </p:nvSpPr>
        <p:spPr>
          <a:xfrm>
            <a:off x="458724" y="52120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wearable sensing → stress detection → notification → physiologically-grounded chatbot support</a:t>
            </a:r>
            <a:endParaRPr lang="en-US" sz="12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BA4F87C-2E66-274F-AFDE-61AAD7541D03}"/>
              </a:ext>
            </a:extLst>
          </p:cNvPr>
          <p:cNvSpPr/>
          <p:nvPr/>
        </p:nvSpPr>
        <p:spPr>
          <a:xfrm>
            <a:off x="778764" y="950976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AF0F8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8173E630-3EFD-4D6A-0C2F-A20C49BF9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924" y="1088136"/>
            <a:ext cx="384048" cy="384048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D8081E91-D2F7-D7EA-7CA2-485FC11961DF}"/>
              </a:ext>
            </a:extLst>
          </p:cNvPr>
          <p:cNvSpPr/>
          <p:nvPr/>
        </p:nvSpPr>
        <p:spPr>
          <a:xfrm>
            <a:off x="897636" y="1481328"/>
            <a:ext cx="20939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Sensor Device
</a:t>
            </a: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collects real-time physiological signals (EDA, PR, SkinTemp, ACCEL, ACT_CLASS)</a:t>
            </a:r>
            <a:endParaRPr lang="en-US" sz="12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D918B99-86C3-FA9E-8D2B-C18C87FB4131}"/>
              </a:ext>
            </a:extLst>
          </p:cNvPr>
          <p:cNvSpPr/>
          <p:nvPr/>
        </p:nvSpPr>
        <p:spPr>
          <a:xfrm>
            <a:off x="3110484" y="1568196"/>
            <a:ext cx="384048" cy="9144"/>
          </a:xfrm>
          <a:prstGeom prst="line">
            <a:avLst/>
          </a:prstGeom>
          <a:noFill/>
          <a:ln w="22225">
            <a:solidFill>
              <a:srgbClr val="8A93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265F324-7ECD-B632-2510-932A2AAE5DF4}"/>
              </a:ext>
            </a:extLst>
          </p:cNvPr>
          <p:cNvSpPr/>
          <p:nvPr/>
        </p:nvSpPr>
        <p:spPr>
          <a:xfrm>
            <a:off x="3494532" y="950976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AF0F8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3DAEEAEB-C149-9878-B027-BFBD6A80C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692" y="1088136"/>
            <a:ext cx="384048" cy="384048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E769EBC4-2F7C-2D8B-2BD6-F965B64E1837}"/>
              </a:ext>
            </a:extLst>
          </p:cNvPr>
          <p:cNvSpPr/>
          <p:nvPr/>
        </p:nvSpPr>
        <p:spPr>
          <a:xfrm>
            <a:off x="3613404" y="1481328"/>
            <a:ext cx="20939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Detection Model
</a:t>
            </a: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streamed signals and classifies the user's real-time stress state</a:t>
            </a:r>
            <a:endParaRPr lang="en-US" sz="12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1357436-3A06-F3F2-7FE4-96D3F8A6F342}"/>
              </a:ext>
            </a:extLst>
          </p:cNvPr>
          <p:cNvSpPr/>
          <p:nvPr/>
        </p:nvSpPr>
        <p:spPr>
          <a:xfrm>
            <a:off x="5826252" y="1568196"/>
            <a:ext cx="384048" cy="9144"/>
          </a:xfrm>
          <a:prstGeom prst="line">
            <a:avLst/>
          </a:prstGeom>
          <a:noFill/>
          <a:ln w="22225">
            <a:solidFill>
              <a:srgbClr val="8A93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5C477B8-7BBE-6EFE-947B-67F135125F0C}"/>
              </a:ext>
            </a:extLst>
          </p:cNvPr>
          <p:cNvSpPr/>
          <p:nvPr/>
        </p:nvSpPr>
        <p:spPr>
          <a:xfrm>
            <a:off x="5826252" y="1275588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i="1" dirty="0">
                <a:solidFill>
                  <a:srgbClr val="44546A"/>
                </a:solidFill>
              </a:rPr>
              <a:t>stress detected</a:t>
            </a:r>
            <a:endParaRPr lang="en-US" sz="8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4676595B-A5E2-D299-6AD2-F63F3B3CD14D}"/>
              </a:ext>
            </a:extLst>
          </p:cNvPr>
          <p:cNvSpPr/>
          <p:nvPr/>
        </p:nvSpPr>
        <p:spPr>
          <a:xfrm>
            <a:off x="6210300" y="950976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BEEDD"/>
          </a:solidFill>
          <a:ln w="12700">
            <a:solidFill>
              <a:srgbClr val="C97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>
            <a:extLst>
              <a:ext uri="{FF2B5EF4-FFF2-40B4-BE49-F238E27FC236}">
                <a16:creationId xmlns:a16="http://schemas.microsoft.com/office/drawing/2014/main" id="{39AAB039-3985-68E2-5D2B-568578EDD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460" y="1088136"/>
            <a:ext cx="365760" cy="365760"/>
          </a:xfrm>
          <a:prstGeom prst="rect">
            <a:avLst/>
          </a:prstGeom>
        </p:spPr>
      </p:pic>
      <p:sp>
        <p:nvSpPr>
          <p:cNvPr id="15" name="Text 10">
            <a:extLst>
              <a:ext uri="{FF2B5EF4-FFF2-40B4-BE49-F238E27FC236}">
                <a16:creationId xmlns:a16="http://schemas.microsoft.com/office/drawing/2014/main" id="{C8ABC6B1-6A71-3033-21FD-3F691C997786}"/>
              </a:ext>
            </a:extLst>
          </p:cNvPr>
          <p:cNvSpPr/>
          <p:nvPr/>
        </p:nvSpPr>
        <p:spPr>
          <a:xfrm>
            <a:off x="6329172" y="1481328"/>
            <a:ext cx="20939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to Phone
</a:t>
            </a:r>
            <a:r>
              <a:rPr lang="en-US" sz="9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“Stress detected. Talk to the Emotional Support Chatbot?”</a:t>
            </a:r>
            <a:endParaRPr lang="en-US" sz="125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B646024-3C9F-46C9-7089-EFD41AC2470F}"/>
              </a:ext>
            </a:extLst>
          </p:cNvPr>
          <p:cNvSpPr/>
          <p:nvPr/>
        </p:nvSpPr>
        <p:spPr>
          <a:xfrm>
            <a:off x="6210300" y="2295144"/>
            <a:ext cx="1110996" cy="310896"/>
          </a:xfrm>
          <a:prstGeom prst="roundRect">
            <a:avLst>
              <a:gd name="adj" fmla="val 14706"/>
            </a:avLst>
          </a:prstGeom>
          <a:solidFill>
            <a:srgbClr val="1E7A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5A032B2E-C696-6CF2-5ED3-C5EF398A5B98}"/>
              </a:ext>
            </a:extLst>
          </p:cNvPr>
          <p:cNvSpPr/>
          <p:nvPr/>
        </p:nvSpPr>
        <p:spPr>
          <a:xfrm>
            <a:off x="6210300" y="2295144"/>
            <a:ext cx="1110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0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F1D97563-C5DB-8D89-12EC-0A76528C97A4}"/>
              </a:ext>
            </a:extLst>
          </p:cNvPr>
          <p:cNvSpPr/>
          <p:nvPr/>
        </p:nvSpPr>
        <p:spPr>
          <a:xfrm>
            <a:off x="7431024" y="2295144"/>
            <a:ext cx="11109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B2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A6070B2A-25A5-3E88-9AF6-81392A1DE7B1}"/>
              </a:ext>
            </a:extLst>
          </p:cNvPr>
          <p:cNvSpPr/>
          <p:nvPr/>
        </p:nvSpPr>
        <p:spPr>
          <a:xfrm>
            <a:off x="7431024" y="2295144"/>
            <a:ext cx="11109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0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97BDE459-B369-57E3-FCAF-AE71952A4107}"/>
              </a:ext>
            </a:extLst>
          </p:cNvPr>
          <p:cNvSpPr/>
          <p:nvPr/>
        </p:nvSpPr>
        <p:spPr>
          <a:xfrm>
            <a:off x="7986522" y="2606040"/>
            <a:ext cx="9144" cy="237744"/>
          </a:xfrm>
          <a:prstGeom prst="line">
            <a:avLst/>
          </a:prstGeom>
          <a:noFill/>
          <a:ln w="22225">
            <a:solidFill>
              <a:srgbClr val="B2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5FB0BA63-CEE3-FC23-913C-4D963AA9F855}"/>
              </a:ext>
            </a:extLst>
          </p:cNvPr>
          <p:cNvSpPr/>
          <p:nvPr/>
        </p:nvSpPr>
        <p:spPr>
          <a:xfrm flipH="1">
            <a:off x="4660392" y="2843784"/>
            <a:ext cx="3326130" cy="9144"/>
          </a:xfrm>
          <a:prstGeom prst="line">
            <a:avLst/>
          </a:prstGeom>
          <a:noFill/>
          <a:ln w="22225">
            <a:solidFill>
              <a:srgbClr val="B2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6210D174-5B34-80A2-6CF7-E82F324A9FEE}"/>
              </a:ext>
            </a:extLst>
          </p:cNvPr>
          <p:cNvSpPr/>
          <p:nvPr/>
        </p:nvSpPr>
        <p:spPr>
          <a:xfrm flipV="1">
            <a:off x="4660392" y="2185416"/>
            <a:ext cx="9144" cy="658368"/>
          </a:xfrm>
          <a:prstGeom prst="line">
            <a:avLst/>
          </a:prstGeom>
          <a:noFill/>
          <a:ln w="22225">
            <a:solidFill>
              <a:srgbClr val="B2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8EB9A994-AC99-A909-1625-491264053CCD}"/>
              </a:ext>
            </a:extLst>
          </p:cNvPr>
          <p:cNvSpPr/>
          <p:nvPr/>
        </p:nvSpPr>
        <p:spPr>
          <a:xfrm>
            <a:off x="3494532" y="28620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i="1" dirty="0">
                <a:solidFill>
                  <a:srgbClr val="B23A3A"/>
                </a:solidFill>
              </a:rPr>
              <a:t>continue monitoring</a:t>
            </a:r>
            <a:endParaRPr lang="en-US" sz="80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5650C21F-52D6-6488-3161-2157336AF4EC}"/>
              </a:ext>
            </a:extLst>
          </p:cNvPr>
          <p:cNvSpPr/>
          <p:nvPr/>
        </p:nvSpPr>
        <p:spPr>
          <a:xfrm>
            <a:off x="8542020" y="1568196"/>
            <a:ext cx="384048" cy="9144"/>
          </a:xfrm>
          <a:prstGeom prst="line">
            <a:avLst/>
          </a:prstGeom>
          <a:noFill/>
          <a:ln w="22225">
            <a:solidFill>
              <a:srgbClr val="1E7A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A42ED065-B256-D7F6-887D-4F24FFA613A3}"/>
              </a:ext>
            </a:extLst>
          </p:cNvPr>
          <p:cNvSpPr/>
          <p:nvPr/>
        </p:nvSpPr>
        <p:spPr>
          <a:xfrm>
            <a:off x="8436864" y="1037844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i="1" dirty="0">
                <a:solidFill>
                  <a:srgbClr val="1E7A4C"/>
                </a:solidFill>
              </a:rPr>
              <a:t>user accepts</a:t>
            </a:r>
            <a:endParaRPr lang="en-US" sz="8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9EDBCCE9-6D1D-BD34-0C7E-9F7FAED42A6E}"/>
              </a:ext>
            </a:extLst>
          </p:cNvPr>
          <p:cNvSpPr/>
          <p:nvPr/>
        </p:nvSpPr>
        <p:spPr>
          <a:xfrm>
            <a:off x="8926068" y="978408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AF0F8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>
            <a:extLst>
              <a:ext uri="{FF2B5EF4-FFF2-40B4-BE49-F238E27FC236}">
                <a16:creationId xmlns:a16="http://schemas.microsoft.com/office/drawing/2014/main" id="{8ECF43C6-11A2-9C55-AD30-19D83B4E9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3228" y="1088136"/>
            <a:ext cx="365760" cy="365760"/>
          </a:xfrm>
          <a:prstGeom prst="rect">
            <a:avLst/>
          </a:prstGeom>
        </p:spPr>
      </p:pic>
      <p:sp>
        <p:nvSpPr>
          <p:cNvPr id="28" name="Text 22">
            <a:extLst>
              <a:ext uri="{FF2B5EF4-FFF2-40B4-BE49-F238E27FC236}">
                <a16:creationId xmlns:a16="http://schemas.microsoft.com/office/drawing/2014/main" id="{B058EF28-5075-EAA9-3AF9-4F86A548551D}"/>
              </a:ext>
            </a:extLst>
          </p:cNvPr>
          <p:cNvSpPr/>
          <p:nvPr/>
        </p:nvSpPr>
        <p:spPr>
          <a:xfrm>
            <a:off x="9044940" y="1481328"/>
            <a:ext cx="20939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Conversation Starts
</a:t>
            </a: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Support Chatbot session opens on the user's device</a:t>
            </a:r>
            <a:endParaRPr lang="en-US" sz="125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6CD37747-6A6C-0014-5253-845BAC4C6C55}"/>
              </a:ext>
            </a:extLst>
          </p:cNvPr>
          <p:cNvSpPr/>
          <p:nvPr/>
        </p:nvSpPr>
        <p:spPr>
          <a:xfrm>
            <a:off x="10091928" y="2185416"/>
            <a:ext cx="9144" cy="777240"/>
          </a:xfrm>
          <a:prstGeom prst="line">
            <a:avLst/>
          </a:prstGeom>
          <a:noFill/>
          <a:ln w="22225">
            <a:solidFill>
              <a:srgbClr val="8A93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B3EE2614-A1E7-0552-E3F4-D4C26F39964E}"/>
              </a:ext>
            </a:extLst>
          </p:cNvPr>
          <p:cNvSpPr/>
          <p:nvPr/>
        </p:nvSpPr>
        <p:spPr>
          <a:xfrm>
            <a:off x="531876" y="2983653"/>
            <a:ext cx="11155680" cy="3429000"/>
          </a:xfrm>
          <a:prstGeom prst="roundRect">
            <a:avLst>
              <a:gd name="adj" fmla="val 2133"/>
            </a:avLst>
          </a:prstGeom>
          <a:solidFill>
            <a:srgbClr val="F2F3F5"/>
          </a:solidFill>
          <a:ln w="12700">
            <a:solidFill>
              <a:srgbClr val="D3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D07E04AE-001D-43C4-D23E-CDF9EBF03975}"/>
              </a:ext>
            </a:extLst>
          </p:cNvPr>
          <p:cNvSpPr/>
          <p:nvPr/>
        </p:nvSpPr>
        <p:spPr>
          <a:xfrm>
            <a:off x="733044" y="3099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Conversation — Real-Time Multimodal Grounding</a:t>
            </a:r>
            <a:endParaRPr lang="en-US" sz="1250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53538951-15D2-012D-45D1-61E8C7731FD4}"/>
              </a:ext>
            </a:extLst>
          </p:cNvPr>
          <p:cNvSpPr/>
          <p:nvPr/>
        </p:nvSpPr>
        <p:spPr>
          <a:xfrm>
            <a:off x="870204" y="3602736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AF0F8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4">
            <a:extLst>
              <a:ext uri="{FF2B5EF4-FFF2-40B4-BE49-F238E27FC236}">
                <a16:creationId xmlns:a16="http://schemas.microsoft.com/office/drawing/2014/main" id="{87D3988E-B4D5-54F8-F107-CDAA9BC42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364" y="3739896"/>
            <a:ext cx="347472" cy="347472"/>
          </a:xfrm>
          <a:prstGeom prst="rect">
            <a:avLst/>
          </a:prstGeom>
        </p:spPr>
      </p:pic>
      <p:sp>
        <p:nvSpPr>
          <p:cNvPr id="34" name="Text 27">
            <a:extLst>
              <a:ext uri="{FF2B5EF4-FFF2-40B4-BE49-F238E27FC236}">
                <a16:creationId xmlns:a16="http://schemas.microsoft.com/office/drawing/2014/main" id="{A9E9F75A-EE00-5C64-983C-2D0D1930B179}"/>
              </a:ext>
            </a:extLst>
          </p:cNvPr>
          <p:cNvSpPr/>
          <p:nvPr/>
        </p:nvSpPr>
        <p:spPr>
          <a:xfrm>
            <a:off x="989076" y="4105656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UI — User Text
</a:t>
            </a: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continues typing messages during the conversation</a:t>
            </a:r>
            <a:endParaRPr lang="en-US" sz="1200" dirty="0"/>
          </a:p>
        </p:txBody>
      </p:sp>
      <p:sp>
        <p:nvSpPr>
          <p:cNvPr id="35" name="Shape 28">
            <a:extLst>
              <a:ext uri="{FF2B5EF4-FFF2-40B4-BE49-F238E27FC236}">
                <a16:creationId xmlns:a16="http://schemas.microsoft.com/office/drawing/2014/main" id="{D80FD0F1-CC6F-6C04-2EB2-C41D2FA3C73F}"/>
              </a:ext>
            </a:extLst>
          </p:cNvPr>
          <p:cNvSpPr/>
          <p:nvPr/>
        </p:nvSpPr>
        <p:spPr>
          <a:xfrm>
            <a:off x="870204" y="5522976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EAF0F8"/>
          </a:solidFill>
          <a:ln w="12700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Image 5">
            <a:extLst>
              <a:ext uri="{FF2B5EF4-FFF2-40B4-BE49-F238E27FC236}">
                <a16:creationId xmlns:a16="http://schemas.microsoft.com/office/drawing/2014/main" id="{193966CD-D842-A275-CA1F-D434A93AE9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364" y="5660136"/>
            <a:ext cx="347472" cy="347472"/>
          </a:xfrm>
          <a:prstGeom prst="rect">
            <a:avLst/>
          </a:prstGeom>
        </p:spPr>
      </p:pic>
      <p:sp>
        <p:nvSpPr>
          <p:cNvPr id="37" name="Text 29">
            <a:extLst>
              <a:ext uri="{FF2B5EF4-FFF2-40B4-BE49-F238E27FC236}">
                <a16:creationId xmlns:a16="http://schemas.microsoft.com/office/drawing/2014/main" id="{915BEE67-8264-2559-0A53-7B9D8A48A2DD}"/>
              </a:ext>
            </a:extLst>
          </p:cNvPr>
          <p:cNvSpPr/>
          <p:nvPr/>
        </p:nvSpPr>
        <p:spPr>
          <a:xfrm>
            <a:off x="989076" y="6025896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Physiological Stream
</a:t>
            </a:r>
            <a:r>
              <a:rPr lang="en-US" sz="9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PR, SkinTemp, ACCEL, ACT_CLASS keep streaming from the wearable</a:t>
            </a:r>
            <a:endParaRPr lang="en-US" sz="1200" dirty="0"/>
          </a:p>
        </p:txBody>
      </p:sp>
      <p:sp>
        <p:nvSpPr>
          <p:cNvPr id="38" name="Shape 30">
            <a:extLst>
              <a:ext uri="{FF2B5EF4-FFF2-40B4-BE49-F238E27FC236}">
                <a16:creationId xmlns:a16="http://schemas.microsoft.com/office/drawing/2014/main" id="{4E5D76D3-BA0F-A970-9C17-7F3D97990A0B}"/>
              </a:ext>
            </a:extLst>
          </p:cNvPr>
          <p:cNvSpPr/>
          <p:nvPr/>
        </p:nvSpPr>
        <p:spPr>
          <a:xfrm>
            <a:off x="1098804" y="2185416"/>
            <a:ext cx="9144" cy="1280160"/>
          </a:xfrm>
          <a:prstGeom prst="line">
            <a:avLst/>
          </a:prstGeom>
          <a:noFill/>
          <a:ln w="22225">
            <a:solidFill>
              <a:srgbClr val="8A93A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1">
            <a:extLst>
              <a:ext uri="{FF2B5EF4-FFF2-40B4-BE49-F238E27FC236}">
                <a16:creationId xmlns:a16="http://schemas.microsoft.com/office/drawing/2014/main" id="{98528C84-2D45-EDD5-1007-E310D8EC861E}"/>
              </a:ext>
            </a:extLst>
          </p:cNvPr>
          <p:cNvSpPr/>
          <p:nvPr/>
        </p:nvSpPr>
        <p:spPr>
          <a:xfrm>
            <a:off x="1098804" y="3465576"/>
            <a:ext cx="91440" cy="9144"/>
          </a:xfrm>
          <a:prstGeom prst="line">
            <a:avLst/>
          </a:prstGeom>
          <a:noFill/>
          <a:ln w="22225">
            <a:solidFill>
              <a:srgbClr val="8A93A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2">
            <a:extLst>
              <a:ext uri="{FF2B5EF4-FFF2-40B4-BE49-F238E27FC236}">
                <a16:creationId xmlns:a16="http://schemas.microsoft.com/office/drawing/2014/main" id="{643FD147-8BC2-B396-A3D5-BBB9DA78B261}"/>
              </a:ext>
            </a:extLst>
          </p:cNvPr>
          <p:cNvSpPr/>
          <p:nvPr/>
        </p:nvSpPr>
        <p:spPr>
          <a:xfrm>
            <a:off x="1190244" y="3465576"/>
            <a:ext cx="9144" cy="2057400"/>
          </a:xfrm>
          <a:prstGeom prst="line">
            <a:avLst/>
          </a:prstGeom>
          <a:noFill/>
          <a:ln w="22225">
            <a:solidFill>
              <a:srgbClr val="8A93A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4DA2FE6B-5D91-DB53-89DA-7ABB802169D6}"/>
              </a:ext>
            </a:extLst>
          </p:cNvPr>
          <p:cNvSpPr/>
          <p:nvPr/>
        </p:nvSpPr>
        <p:spPr>
          <a:xfrm>
            <a:off x="504444" y="34655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i="1" dirty="0">
                <a:solidFill>
                  <a:srgbClr val="44546A"/>
                </a:solidFill>
              </a:rPr>
              <a:t>signals keep streaming throughout the conversation</a:t>
            </a:r>
            <a:endParaRPr lang="en-US" sz="800" dirty="0"/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3C323D94-4990-26C0-7366-DA0AA064FF66}"/>
              </a:ext>
            </a:extLst>
          </p:cNvPr>
          <p:cNvSpPr/>
          <p:nvPr/>
        </p:nvSpPr>
        <p:spPr>
          <a:xfrm>
            <a:off x="5990844" y="4242816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24314F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3" name="Image 6">
            <a:extLst>
              <a:ext uri="{FF2B5EF4-FFF2-40B4-BE49-F238E27FC236}">
                <a16:creationId xmlns:a16="http://schemas.microsoft.com/office/drawing/2014/main" id="{11C57E70-694D-7342-BC5F-E4CEF0C573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5868" y="4407408"/>
            <a:ext cx="438912" cy="438912"/>
          </a:xfrm>
          <a:prstGeom prst="rect">
            <a:avLst/>
          </a:prstGeom>
        </p:spPr>
      </p:pic>
      <p:sp>
        <p:nvSpPr>
          <p:cNvPr id="44" name="Text 35">
            <a:extLst>
              <a:ext uri="{FF2B5EF4-FFF2-40B4-BE49-F238E27FC236}">
                <a16:creationId xmlns:a16="http://schemas.microsoft.com/office/drawing/2014/main" id="{23BD2479-3981-57B3-6777-8066E1647B45}"/>
              </a:ext>
            </a:extLst>
          </p:cNvPr>
          <p:cNvSpPr/>
          <p:nvPr/>
        </p:nvSpPr>
        <p:spPr>
          <a:xfrm>
            <a:off x="6128004" y="49286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
</a:t>
            </a:r>
            <a:r>
              <a:rPr lang="en-US" sz="10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Response Generation</a:t>
            </a:r>
            <a:endParaRPr lang="en-US" sz="1500" dirty="0"/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DD054997-EE22-E0EA-192B-E8B30D85A90C}"/>
              </a:ext>
            </a:extLst>
          </p:cNvPr>
          <p:cNvSpPr/>
          <p:nvPr/>
        </p:nvSpPr>
        <p:spPr>
          <a:xfrm>
            <a:off x="6219444" y="54772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70" dirty="0">
                <a:solidFill>
                  <a:srgbClr val="E4E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conversation text + real-time physiological signals to generate a personalized, empathetic reply</a:t>
            </a:r>
            <a:endParaRPr lang="en-US" sz="870" dirty="0"/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7A29F1E0-F35D-FC9C-4D57-E75C1F0E0017}"/>
              </a:ext>
            </a:extLst>
          </p:cNvPr>
          <p:cNvSpPr/>
          <p:nvPr/>
        </p:nvSpPr>
        <p:spPr>
          <a:xfrm>
            <a:off x="3613404" y="4219956"/>
            <a:ext cx="2377440" cy="525780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FD2C3714-8726-FCC0-4316-56885A783389}"/>
              </a:ext>
            </a:extLst>
          </p:cNvPr>
          <p:cNvSpPr/>
          <p:nvPr/>
        </p:nvSpPr>
        <p:spPr>
          <a:xfrm>
            <a:off x="3704844" y="3694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i="1" dirty="0">
                <a:solidFill>
                  <a:srgbClr val="44546A"/>
                </a:solidFill>
              </a:rPr>
              <a:t>user text</a:t>
            </a:r>
            <a:endParaRPr lang="en-US" sz="800" dirty="0"/>
          </a:p>
        </p:txBody>
      </p:sp>
      <p:sp>
        <p:nvSpPr>
          <p:cNvPr id="48" name="Shape 39">
            <a:extLst>
              <a:ext uri="{FF2B5EF4-FFF2-40B4-BE49-F238E27FC236}">
                <a16:creationId xmlns:a16="http://schemas.microsoft.com/office/drawing/2014/main" id="{6103E1B9-F59D-588F-2A4A-0590F9498B6B}"/>
              </a:ext>
            </a:extLst>
          </p:cNvPr>
          <p:cNvSpPr/>
          <p:nvPr/>
        </p:nvSpPr>
        <p:spPr>
          <a:xfrm flipV="1">
            <a:off x="3613404" y="5568696"/>
            <a:ext cx="2377440" cy="571500"/>
          </a:xfrm>
          <a:prstGeom prst="line">
            <a:avLst/>
          </a:prstGeom>
          <a:noFill/>
          <a:ln w="2222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E0AFF0FF-8FBB-6E5F-B036-5A15A4A7D29D}"/>
              </a:ext>
            </a:extLst>
          </p:cNvPr>
          <p:cNvSpPr/>
          <p:nvPr/>
        </p:nvSpPr>
        <p:spPr>
          <a:xfrm>
            <a:off x="3704844" y="64648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" i="1" dirty="0">
                <a:solidFill>
                  <a:srgbClr val="44546A"/>
                </a:solidFill>
              </a:rPr>
              <a:t>physiological signals</a:t>
            </a:r>
            <a:endParaRPr lang="en-US" sz="80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F8749A6A-C46E-F969-F59E-C73884A9A9C3}"/>
              </a:ext>
            </a:extLst>
          </p:cNvPr>
          <p:cNvSpPr/>
          <p:nvPr/>
        </p:nvSpPr>
        <p:spPr>
          <a:xfrm flipH="1" flipV="1">
            <a:off x="2241804" y="4837176"/>
            <a:ext cx="3749040" cy="960120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2">
            <a:extLst>
              <a:ext uri="{FF2B5EF4-FFF2-40B4-BE49-F238E27FC236}">
                <a16:creationId xmlns:a16="http://schemas.microsoft.com/office/drawing/2014/main" id="{0D78C686-1F30-CF39-0597-1F683E46A9C9}"/>
              </a:ext>
            </a:extLst>
          </p:cNvPr>
          <p:cNvSpPr/>
          <p:nvPr/>
        </p:nvSpPr>
        <p:spPr>
          <a:xfrm>
            <a:off x="1144524" y="51297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i="1" dirty="0">
                <a:solidFill>
                  <a:srgbClr val="1F2A44"/>
                </a:solidFill>
              </a:rPr>
              <a:t>personalized, empathetic response streamed back to the chat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030997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E4EB0C-352B-5B98-D47C-0676A1FDDD50}"/>
              </a:ext>
            </a:extLst>
          </p:cNvPr>
          <p:cNvSpPr/>
          <p:nvPr/>
        </p:nvSpPr>
        <p:spPr>
          <a:xfrm>
            <a:off x="458724" y="576072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Detection → Emotional Support Chatbot</a:t>
            </a:r>
            <a:endParaRPr lang="en-US" sz="23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B51E45-361D-37F2-6339-FBD68EE42141}"/>
              </a:ext>
            </a:extLst>
          </p:cNvPr>
          <p:cNvSpPr/>
          <p:nvPr/>
        </p:nvSpPr>
        <p:spPr>
          <a:xfrm>
            <a:off x="504444" y="1316736"/>
            <a:ext cx="2423160" cy="4160520"/>
          </a:xfrm>
          <a:prstGeom prst="roundRect">
            <a:avLst>
              <a:gd name="adj" fmla="val 3774"/>
            </a:avLst>
          </a:prstGeom>
          <a:solidFill>
            <a:srgbClr val="FAFBF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EC3B881-512D-6CDA-0667-38CF5B778FC8}"/>
              </a:ext>
            </a:extLst>
          </p:cNvPr>
          <p:cNvSpPr/>
          <p:nvPr/>
        </p:nvSpPr>
        <p:spPr>
          <a:xfrm>
            <a:off x="3430524" y="1316736"/>
            <a:ext cx="2423160" cy="4160520"/>
          </a:xfrm>
          <a:prstGeom prst="roundRect">
            <a:avLst>
              <a:gd name="adj" fmla="val 3774"/>
            </a:avLst>
          </a:prstGeom>
          <a:solidFill>
            <a:srgbClr val="FAFBF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474FB72-5BC4-5EB9-553A-AFDEB5C61BED}"/>
              </a:ext>
            </a:extLst>
          </p:cNvPr>
          <p:cNvSpPr/>
          <p:nvPr/>
        </p:nvSpPr>
        <p:spPr>
          <a:xfrm>
            <a:off x="6356604" y="1316736"/>
            <a:ext cx="2423160" cy="4160520"/>
          </a:xfrm>
          <a:prstGeom prst="roundRect">
            <a:avLst>
              <a:gd name="adj" fmla="val 3774"/>
            </a:avLst>
          </a:prstGeom>
          <a:solidFill>
            <a:srgbClr val="FAFBF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61664F5-D1E6-A64D-FCA1-B1696AD98E7E}"/>
              </a:ext>
            </a:extLst>
          </p:cNvPr>
          <p:cNvSpPr/>
          <p:nvPr/>
        </p:nvSpPr>
        <p:spPr>
          <a:xfrm>
            <a:off x="9282684" y="1316736"/>
            <a:ext cx="2423160" cy="4160520"/>
          </a:xfrm>
          <a:prstGeom prst="roundRect">
            <a:avLst>
              <a:gd name="adj" fmla="val 3774"/>
            </a:avLst>
          </a:prstGeom>
          <a:solidFill>
            <a:srgbClr val="FAFBFC"/>
          </a:solidFill>
          <a:ln w="1270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AB25A54-CE97-AEC9-49E2-DBD0F9BFFD4B}"/>
              </a:ext>
            </a:extLst>
          </p:cNvPr>
          <p:cNvSpPr/>
          <p:nvPr/>
        </p:nvSpPr>
        <p:spPr>
          <a:xfrm>
            <a:off x="829056" y="2386584"/>
            <a:ext cx="1133856" cy="868680"/>
          </a:xfrm>
          <a:prstGeom prst="roundRect">
            <a:avLst>
              <a:gd name="adj" fmla="val 15789"/>
            </a:avLst>
          </a:prstGeom>
          <a:solidFill>
            <a:srgbClr val="6B5B9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E40DC8A-17C7-10FF-0705-26A516FBA0FF}"/>
              </a:ext>
            </a:extLst>
          </p:cNvPr>
          <p:cNvSpPr/>
          <p:nvPr/>
        </p:nvSpPr>
        <p:spPr>
          <a:xfrm>
            <a:off x="1011936" y="1819656"/>
            <a:ext cx="768096" cy="768096"/>
          </a:xfrm>
          <a:prstGeom prst="ellipse">
            <a:avLst/>
          </a:prstGeom>
          <a:solidFill>
            <a:srgbClr val="F0C4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01AFE8A-65B4-5AB1-7F3B-6E1F1BF07051}"/>
              </a:ext>
            </a:extLst>
          </p:cNvPr>
          <p:cNvSpPr/>
          <p:nvPr/>
        </p:nvSpPr>
        <p:spPr>
          <a:xfrm>
            <a:off x="975360" y="2112264"/>
            <a:ext cx="109728" cy="146304"/>
          </a:xfrm>
          <a:prstGeom prst="ellipse">
            <a:avLst/>
          </a:prstGeom>
          <a:solidFill>
            <a:srgbClr val="F0C4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022B354-9089-EEBA-FF0A-D84EF4373421}"/>
              </a:ext>
            </a:extLst>
          </p:cNvPr>
          <p:cNvSpPr/>
          <p:nvPr/>
        </p:nvSpPr>
        <p:spPr>
          <a:xfrm>
            <a:off x="1706880" y="2112264"/>
            <a:ext cx="109728" cy="146304"/>
          </a:xfrm>
          <a:prstGeom prst="ellipse">
            <a:avLst/>
          </a:prstGeom>
          <a:solidFill>
            <a:srgbClr val="F0C4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9FA5BA2-30AD-3A6B-1E15-B9C60E2095AA}"/>
              </a:ext>
            </a:extLst>
          </p:cNvPr>
          <p:cNvSpPr/>
          <p:nvPr/>
        </p:nvSpPr>
        <p:spPr>
          <a:xfrm>
            <a:off x="1213104" y="2130552"/>
            <a:ext cx="82296" cy="82296"/>
          </a:xfrm>
          <a:prstGeom prst="ellipse">
            <a:avLst/>
          </a:prstGeom>
          <a:solidFill>
            <a:srgbClr val="3A3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51A15BA-DB03-FC9E-56CC-573A1F2EFB92}"/>
              </a:ext>
            </a:extLst>
          </p:cNvPr>
          <p:cNvSpPr/>
          <p:nvPr/>
        </p:nvSpPr>
        <p:spPr>
          <a:xfrm>
            <a:off x="1496568" y="2130552"/>
            <a:ext cx="82296" cy="82296"/>
          </a:xfrm>
          <a:prstGeom prst="ellipse">
            <a:avLst/>
          </a:prstGeom>
          <a:solidFill>
            <a:srgbClr val="3A3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B93163-C3B9-DB47-89D2-8C917858F123}"/>
              </a:ext>
            </a:extLst>
          </p:cNvPr>
          <p:cNvSpPr/>
          <p:nvPr/>
        </p:nvSpPr>
        <p:spPr>
          <a:xfrm flipV="1">
            <a:off x="1194816" y="2039112"/>
            <a:ext cx="118872" cy="82296"/>
          </a:xfrm>
          <a:prstGeom prst="line">
            <a:avLst/>
          </a:prstGeom>
          <a:noFill/>
          <a:ln w="28575">
            <a:solidFill>
              <a:srgbClr val="3A3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31161CE-BB2C-0BF5-BD79-457CF926F2E8}"/>
              </a:ext>
            </a:extLst>
          </p:cNvPr>
          <p:cNvSpPr/>
          <p:nvPr/>
        </p:nvSpPr>
        <p:spPr>
          <a:xfrm>
            <a:off x="1478280" y="2039112"/>
            <a:ext cx="118872" cy="82296"/>
          </a:xfrm>
          <a:prstGeom prst="line">
            <a:avLst/>
          </a:prstGeom>
          <a:noFill/>
          <a:ln w="28575">
            <a:solidFill>
              <a:srgbClr val="3A3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2C7694C-C4D2-D1D6-E895-BAC6A91A2B39}"/>
              </a:ext>
            </a:extLst>
          </p:cNvPr>
          <p:cNvSpPr/>
          <p:nvPr/>
        </p:nvSpPr>
        <p:spPr>
          <a:xfrm flipV="1">
            <a:off x="1277112" y="2327148"/>
            <a:ext cx="118872" cy="82296"/>
          </a:xfrm>
          <a:prstGeom prst="line">
            <a:avLst/>
          </a:prstGeom>
          <a:noFill/>
          <a:ln w="28575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02AE6F8-3E81-4375-7444-B0FC606B0B95}"/>
              </a:ext>
            </a:extLst>
          </p:cNvPr>
          <p:cNvSpPr/>
          <p:nvPr/>
        </p:nvSpPr>
        <p:spPr>
          <a:xfrm>
            <a:off x="1395984" y="2327148"/>
            <a:ext cx="118872" cy="82296"/>
          </a:xfrm>
          <a:prstGeom prst="line">
            <a:avLst/>
          </a:prstGeom>
          <a:noFill/>
          <a:ln w="28575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C3893D0-9779-A320-FB5E-29FDF15138BC}"/>
              </a:ext>
            </a:extLst>
          </p:cNvPr>
          <p:cNvSpPr/>
          <p:nvPr/>
        </p:nvSpPr>
        <p:spPr>
          <a:xfrm>
            <a:off x="1917192" y="2496312"/>
            <a:ext cx="525780" cy="201168"/>
          </a:xfrm>
          <a:prstGeom prst="roundRect">
            <a:avLst>
              <a:gd name="adj" fmla="val 45455"/>
            </a:avLst>
          </a:prstGeom>
          <a:solidFill>
            <a:srgbClr val="F0C4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DD513BA-784D-9DEA-5DF4-62A23140C551}"/>
              </a:ext>
            </a:extLst>
          </p:cNvPr>
          <p:cNvSpPr/>
          <p:nvPr/>
        </p:nvSpPr>
        <p:spPr>
          <a:xfrm>
            <a:off x="2223516" y="2715768"/>
            <a:ext cx="347472" cy="676656"/>
          </a:xfrm>
          <a:prstGeom prst="roundRect">
            <a:avLst>
              <a:gd name="adj" fmla="val 15789"/>
            </a:avLst>
          </a:prstGeom>
          <a:solidFill>
            <a:srgbClr val="D8D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6EDAAB9-9CED-E95F-D9AA-669D97A4DBFD}"/>
              </a:ext>
            </a:extLst>
          </p:cNvPr>
          <p:cNvSpPr/>
          <p:nvPr/>
        </p:nvSpPr>
        <p:spPr>
          <a:xfrm>
            <a:off x="2269236" y="28803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2A44"/>
          </a:solidFill>
          <a:ln w="12700">
            <a:solidFill>
              <a:srgbClr val="0F14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B4279C2-5544-A8A1-34C6-ECD4959FB7EF}"/>
              </a:ext>
            </a:extLst>
          </p:cNvPr>
          <p:cNvSpPr/>
          <p:nvPr/>
        </p:nvSpPr>
        <p:spPr>
          <a:xfrm>
            <a:off x="2325563" y="2977652"/>
            <a:ext cx="143378" cy="61448"/>
          </a:xfrm>
          <a:prstGeom prst="ellipse">
            <a:avLst/>
          </a:prstGeom>
          <a:solidFill>
            <a:srgbClr val="6FE3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12B4BC2-9160-B20D-BF41-1B1F020C628C}"/>
              </a:ext>
            </a:extLst>
          </p:cNvPr>
          <p:cNvSpPr/>
          <p:nvPr/>
        </p:nvSpPr>
        <p:spPr>
          <a:xfrm flipH="1">
            <a:off x="1716024" y="3392424"/>
            <a:ext cx="681228" cy="713232"/>
          </a:xfrm>
          <a:prstGeom prst="line">
            <a:avLst/>
          </a:prstGeom>
          <a:noFill/>
          <a:ln w="12700">
            <a:solidFill>
              <a:srgbClr val="C9CDD6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F1C2FA1-F959-2499-6849-DCC9FB7ECA89}"/>
              </a:ext>
            </a:extLst>
          </p:cNvPr>
          <p:cNvSpPr/>
          <p:nvPr/>
        </p:nvSpPr>
        <p:spPr>
          <a:xfrm>
            <a:off x="824484" y="4264762"/>
            <a:ext cx="178308" cy="295062"/>
          </a:xfrm>
          <a:prstGeom prst="line">
            <a:avLst/>
          </a:prstGeom>
          <a:noFill/>
          <a:ln w="25400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B146ACC-DF9B-D0A0-D33A-3C19B898E3C2}"/>
              </a:ext>
            </a:extLst>
          </p:cNvPr>
          <p:cNvSpPr/>
          <p:nvPr/>
        </p:nvSpPr>
        <p:spPr>
          <a:xfrm flipV="1">
            <a:off x="1002792" y="4194919"/>
            <a:ext cx="178308" cy="364905"/>
          </a:xfrm>
          <a:prstGeom prst="line">
            <a:avLst/>
          </a:prstGeom>
          <a:noFill/>
          <a:ln w="25400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32636CC-D506-010B-A0A1-12DB9745A8D5}"/>
              </a:ext>
            </a:extLst>
          </p:cNvPr>
          <p:cNvSpPr/>
          <p:nvPr/>
        </p:nvSpPr>
        <p:spPr>
          <a:xfrm>
            <a:off x="1181100" y="4194919"/>
            <a:ext cx="178308" cy="311111"/>
          </a:xfrm>
          <a:prstGeom prst="line">
            <a:avLst/>
          </a:prstGeom>
          <a:noFill/>
          <a:ln w="25400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8C57202-8109-86B1-747C-9EF0156A64D9}"/>
              </a:ext>
            </a:extLst>
          </p:cNvPr>
          <p:cNvSpPr/>
          <p:nvPr/>
        </p:nvSpPr>
        <p:spPr>
          <a:xfrm flipV="1">
            <a:off x="1359408" y="4322891"/>
            <a:ext cx="178308" cy="183138"/>
          </a:xfrm>
          <a:prstGeom prst="line">
            <a:avLst/>
          </a:prstGeom>
          <a:noFill/>
          <a:ln w="25400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502BE05-FB2C-4070-6377-AEC2BEB4EA26}"/>
              </a:ext>
            </a:extLst>
          </p:cNvPr>
          <p:cNvSpPr/>
          <p:nvPr/>
        </p:nvSpPr>
        <p:spPr>
          <a:xfrm>
            <a:off x="1537716" y="4322891"/>
            <a:ext cx="178308" cy="98645"/>
          </a:xfrm>
          <a:prstGeom prst="line">
            <a:avLst/>
          </a:prstGeom>
          <a:noFill/>
          <a:ln w="25400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454A467-ECE4-72FE-4800-F57B21A65FD0}"/>
              </a:ext>
            </a:extLst>
          </p:cNvPr>
          <p:cNvSpPr/>
          <p:nvPr/>
        </p:nvSpPr>
        <p:spPr>
          <a:xfrm flipV="1">
            <a:off x="1716024" y="4286223"/>
            <a:ext cx="178308" cy="135312"/>
          </a:xfrm>
          <a:prstGeom prst="line">
            <a:avLst/>
          </a:prstGeom>
          <a:noFill/>
          <a:ln w="25400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44F6624-0A12-6ACA-A795-1D111402113F}"/>
              </a:ext>
            </a:extLst>
          </p:cNvPr>
          <p:cNvSpPr/>
          <p:nvPr/>
        </p:nvSpPr>
        <p:spPr>
          <a:xfrm>
            <a:off x="1894332" y="4286223"/>
            <a:ext cx="178308" cy="259430"/>
          </a:xfrm>
          <a:prstGeom prst="line">
            <a:avLst/>
          </a:prstGeom>
          <a:noFill/>
          <a:ln w="25400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42B5DFF-EFAF-658B-FE4C-30AEBC795AC8}"/>
              </a:ext>
            </a:extLst>
          </p:cNvPr>
          <p:cNvSpPr/>
          <p:nvPr/>
        </p:nvSpPr>
        <p:spPr>
          <a:xfrm flipV="1">
            <a:off x="2072640" y="4188769"/>
            <a:ext cx="178308" cy="356884"/>
          </a:xfrm>
          <a:prstGeom prst="line">
            <a:avLst/>
          </a:prstGeom>
          <a:noFill/>
          <a:ln w="25400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A1ECA47-D445-DB65-755E-52CF1BCE7B11}"/>
              </a:ext>
            </a:extLst>
          </p:cNvPr>
          <p:cNvSpPr/>
          <p:nvPr/>
        </p:nvSpPr>
        <p:spPr>
          <a:xfrm>
            <a:off x="2250948" y="4188769"/>
            <a:ext cx="178308" cy="338076"/>
          </a:xfrm>
          <a:prstGeom prst="line">
            <a:avLst/>
          </a:prstGeom>
          <a:noFill/>
          <a:ln w="25400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2D4DAF7-A368-73A7-9B88-E3A593E4AA06}"/>
              </a:ext>
            </a:extLst>
          </p:cNvPr>
          <p:cNvSpPr/>
          <p:nvPr/>
        </p:nvSpPr>
        <p:spPr>
          <a:xfrm flipV="1">
            <a:off x="2429256" y="4306548"/>
            <a:ext cx="178308" cy="220297"/>
          </a:xfrm>
          <a:prstGeom prst="line">
            <a:avLst/>
          </a:prstGeom>
          <a:noFill/>
          <a:ln w="25400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DAEA7BF-BBEB-61B6-698B-5CE32A3520A3}"/>
              </a:ext>
            </a:extLst>
          </p:cNvPr>
          <p:cNvSpPr/>
          <p:nvPr/>
        </p:nvSpPr>
        <p:spPr>
          <a:xfrm>
            <a:off x="504444" y="5550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solidFill>
                  <a:srgbClr val="1F2A44"/>
                </a:solidFill>
              </a:rPr>
              <a:t>Continuous signals</a:t>
            </a:r>
            <a:endParaRPr lang="en-US" sz="9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F96C28C-ED2C-D0F9-D009-104B92AA02C9}"/>
              </a:ext>
            </a:extLst>
          </p:cNvPr>
          <p:cNvSpPr/>
          <p:nvPr/>
        </p:nvSpPr>
        <p:spPr>
          <a:xfrm>
            <a:off x="504444" y="57698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i="1" dirty="0">
                <a:solidFill>
                  <a:srgbClr val="5A6478"/>
                </a:solidFill>
              </a:rPr>
              <a:t>EDA · PR · SkinTemp</a:t>
            </a:r>
            <a:endParaRPr lang="en-US" sz="8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A1B3928-FB68-FEAE-1C6A-2325803FC24B}"/>
              </a:ext>
            </a:extLst>
          </p:cNvPr>
          <p:cNvSpPr/>
          <p:nvPr/>
        </p:nvSpPr>
        <p:spPr>
          <a:xfrm>
            <a:off x="2927604" y="3396996"/>
            <a:ext cx="502920" cy="9144"/>
          </a:xfrm>
          <a:prstGeom prst="line">
            <a:avLst/>
          </a:prstGeom>
          <a:noFill/>
          <a:ln w="25400">
            <a:solidFill>
              <a:srgbClr val="9AA2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Image 0">
            <a:extLst>
              <a:ext uri="{FF2B5EF4-FFF2-40B4-BE49-F238E27FC236}">
                <a16:creationId xmlns:a16="http://schemas.microsoft.com/office/drawing/2014/main" id="{37549B51-9709-B0CE-5BC1-F307CC913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760" y="2894076"/>
            <a:ext cx="292608" cy="292608"/>
          </a:xfrm>
          <a:prstGeom prst="rect">
            <a:avLst/>
          </a:prstGeom>
        </p:spPr>
      </p:pic>
      <p:sp>
        <p:nvSpPr>
          <p:cNvPr id="36" name="Text 33">
            <a:extLst>
              <a:ext uri="{FF2B5EF4-FFF2-40B4-BE49-F238E27FC236}">
                <a16:creationId xmlns:a16="http://schemas.microsoft.com/office/drawing/2014/main" id="{E2F61F42-44BB-DB3E-35CC-5862B2B0614A}"/>
              </a:ext>
            </a:extLst>
          </p:cNvPr>
          <p:cNvSpPr/>
          <p:nvPr/>
        </p:nvSpPr>
        <p:spPr>
          <a:xfrm>
            <a:off x="2813304" y="34701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i="1" dirty="0">
                <a:solidFill>
                  <a:srgbClr val="5A6478"/>
                </a:solidFill>
              </a:rPr>
              <a:t>Stress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5A6478"/>
                </a:solidFill>
              </a:rPr>
              <a:t>detected</a:t>
            </a:r>
            <a:endParaRPr lang="en-US" sz="75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03C28745-E3C6-A9DD-60B5-E34A2082095C}"/>
              </a:ext>
            </a:extLst>
          </p:cNvPr>
          <p:cNvSpPr/>
          <p:nvPr/>
        </p:nvSpPr>
        <p:spPr>
          <a:xfrm>
            <a:off x="3933444" y="1819656"/>
            <a:ext cx="1417320" cy="2651760"/>
          </a:xfrm>
          <a:prstGeom prst="roundRect">
            <a:avLst>
              <a:gd name="adj" fmla="val 9032"/>
            </a:avLst>
          </a:prstGeom>
          <a:solidFill>
            <a:srgbClr val="2B3346"/>
          </a:solidFill>
          <a:ln/>
          <a:effectLst>
            <a:outerShdw blurRad="635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0DCBE84E-C73F-1F61-D090-F64AE525909C}"/>
              </a:ext>
            </a:extLst>
          </p:cNvPr>
          <p:cNvSpPr/>
          <p:nvPr/>
        </p:nvSpPr>
        <p:spPr>
          <a:xfrm>
            <a:off x="3997452" y="1965960"/>
            <a:ext cx="1289304" cy="2377440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08D238C2-92FB-738D-72BC-AD0979D327FE}"/>
              </a:ext>
            </a:extLst>
          </p:cNvPr>
          <p:cNvSpPr/>
          <p:nvPr/>
        </p:nvSpPr>
        <p:spPr>
          <a:xfrm>
            <a:off x="4514088" y="1879092"/>
            <a:ext cx="256032" cy="41148"/>
          </a:xfrm>
          <a:prstGeom prst="roundRect">
            <a:avLst>
              <a:gd name="adj" fmla="val 44444"/>
            </a:avLst>
          </a:prstGeom>
          <a:solidFill>
            <a:srgbClr val="0F1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AB3C4675-F5E1-7A4D-E393-21CC2504A053}"/>
              </a:ext>
            </a:extLst>
          </p:cNvPr>
          <p:cNvSpPr/>
          <p:nvPr/>
        </p:nvSpPr>
        <p:spPr>
          <a:xfrm>
            <a:off x="4070604" y="2130552"/>
            <a:ext cx="1143000" cy="960120"/>
          </a:xfrm>
          <a:prstGeom prst="roundRect">
            <a:avLst>
              <a:gd name="adj" fmla="val 5714"/>
            </a:avLst>
          </a:prstGeom>
          <a:solidFill>
            <a:srgbClr val="FBEEDD"/>
          </a:solidFill>
          <a:ln w="9525">
            <a:solidFill>
              <a:srgbClr val="C97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1">
            <a:extLst>
              <a:ext uri="{FF2B5EF4-FFF2-40B4-BE49-F238E27FC236}">
                <a16:creationId xmlns:a16="http://schemas.microsoft.com/office/drawing/2014/main" id="{9751498E-1A87-3D89-AD54-EE711205B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232" y="2221992"/>
            <a:ext cx="237744" cy="237744"/>
          </a:xfrm>
          <a:prstGeom prst="rect">
            <a:avLst/>
          </a:prstGeom>
        </p:spPr>
      </p:pic>
      <p:sp>
        <p:nvSpPr>
          <p:cNvPr id="42" name="Text 38">
            <a:extLst>
              <a:ext uri="{FF2B5EF4-FFF2-40B4-BE49-F238E27FC236}">
                <a16:creationId xmlns:a16="http://schemas.microsoft.com/office/drawing/2014/main" id="{44D80DEC-A474-C33D-ED5E-0CCD3FE4CE20}"/>
              </a:ext>
            </a:extLst>
          </p:cNvPr>
          <p:cNvSpPr/>
          <p:nvPr/>
        </p:nvSpPr>
        <p:spPr>
          <a:xfrm>
            <a:off x="4125468" y="2496312"/>
            <a:ext cx="1033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detected.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chatbot?</a:t>
            </a:r>
            <a:endParaRPr lang="en-US" sz="750" dirty="0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E765958F-E7EE-79AC-F31C-F8FB81DAD388}"/>
              </a:ext>
            </a:extLst>
          </p:cNvPr>
          <p:cNvSpPr/>
          <p:nvPr/>
        </p:nvSpPr>
        <p:spPr>
          <a:xfrm>
            <a:off x="4088892" y="3264408"/>
            <a:ext cx="1106424" cy="274320"/>
          </a:xfrm>
          <a:prstGeom prst="roundRect">
            <a:avLst>
              <a:gd name="adj" fmla="val 16667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0E3CC68B-F66C-2B63-1B88-D0DD1A110CBB}"/>
              </a:ext>
            </a:extLst>
          </p:cNvPr>
          <p:cNvSpPr/>
          <p:nvPr/>
        </p:nvSpPr>
        <p:spPr>
          <a:xfrm>
            <a:off x="4088892" y="3264408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Accept</a:t>
            </a:r>
            <a:endParaRPr lang="en-US" sz="850" dirty="0"/>
          </a:p>
        </p:txBody>
      </p:sp>
      <p:sp>
        <p:nvSpPr>
          <p:cNvPr id="45" name="Shape 41">
            <a:extLst>
              <a:ext uri="{FF2B5EF4-FFF2-40B4-BE49-F238E27FC236}">
                <a16:creationId xmlns:a16="http://schemas.microsoft.com/office/drawing/2014/main" id="{D35FFB90-B2FA-B4D3-CEDB-CF426FFDADA1}"/>
              </a:ext>
            </a:extLst>
          </p:cNvPr>
          <p:cNvSpPr/>
          <p:nvPr/>
        </p:nvSpPr>
        <p:spPr>
          <a:xfrm>
            <a:off x="4088892" y="3611880"/>
            <a:ext cx="1106424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B248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666E4C2F-D7A4-CF2F-4131-9CF3E27440D1}"/>
              </a:ext>
            </a:extLst>
          </p:cNvPr>
          <p:cNvSpPr/>
          <p:nvPr/>
        </p:nvSpPr>
        <p:spPr>
          <a:xfrm>
            <a:off x="4088892" y="3611880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50" b="1" dirty="0">
                <a:solidFill>
                  <a:srgbClr val="B2483F"/>
                </a:solidFill>
              </a:rPr>
              <a:t>Decline</a:t>
            </a:r>
            <a:endParaRPr lang="en-US" sz="850" dirty="0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F874F81C-9D96-6A1D-1DDF-85E5A04B6E1B}"/>
              </a:ext>
            </a:extLst>
          </p:cNvPr>
          <p:cNvSpPr/>
          <p:nvPr/>
        </p:nvSpPr>
        <p:spPr>
          <a:xfrm>
            <a:off x="3430524" y="5550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solidFill>
                  <a:srgbClr val="1F2A44"/>
                </a:solidFill>
              </a:rPr>
              <a:t>Notification</a:t>
            </a:r>
            <a:endParaRPr lang="en-US" sz="950" dirty="0"/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4D76961E-0875-310E-D87D-E3A171B1DDD4}"/>
              </a:ext>
            </a:extLst>
          </p:cNvPr>
          <p:cNvSpPr/>
          <p:nvPr/>
        </p:nvSpPr>
        <p:spPr>
          <a:xfrm>
            <a:off x="3430524" y="57698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i="1" dirty="0">
                <a:solidFill>
                  <a:srgbClr val="5A6478"/>
                </a:solidFill>
              </a:rPr>
              <a:t>user taps Accept</a:t>
            </a:r>
            <a:endParaRPr lang="en-US" sz="800" dirty="0"/>
          </a:p>
        </p:txBody>
      </p:sp>
      <p:sp>
        <p:nvSpPr>
          <p:cNvPr id="49" name="Shape 45">
            <a:extLst>
              <a:ext uri="{FF2B5EF4-FFF2-40B4-BE49-F238E27FC236}">
                <a16:creationId xmlns:a16="http://schemas.microsoft.com/office/drawing/2014/main" id="{6075B0B9-95D5-FE80-83E4-FA8F82D4F1AD}"/>
              </a:ext>
            </a:extLst>
          </p:cNvPr>
          <p:cNvSpPr/>
          <p:nvPr/>
        </p:nvSpPr>
        <p:spPr>
          <a:xfrm>
            <a:off x="5853684" y="3396996"/>
            <a:ext cx="502920" cy="9144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>
            <a:extLst>
              <a:ext uri="{FF2B5EF4-FFF2-40B4-BE49-F238E27FC236}">
                <a16:creationId xmlns:a16="http://schemas.microsoft.com/office/drawing/2014/main" id="{4DE1412C-63FF-CFA6-08F0-17DB2FB78D35}"/>
              </a:ext>
            </a:extLst>
          </p:cNvPr>
          <p:cNvSpPr/>
          <p:nvPr/>
        </p:nvSpPr>
        <p:spPr>
          <a:xfrm>
            <a:off x="5739384" y="31043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i="1" dirty="0">
                <a:solidFill>
                  <a:srgbClr val="2E8B57"/>
                </a:solidFill>
              </a:rPr>
              <a:t>accept</a:t>
            </a:r>
            <a:endParaRPr lang="en-US" sz="800" dirty="0"/>
          </a:p>
        </p:txBody>
      </p:sp>
      <p:sp>
        <p:nvSpPr>
          <p:cNvPr id="51" name="Shape 47">
            <a:extLst>
              <a:ext uri="{FF2B5EF4-FFF2-40B4-BE49-F238E27FC236}">
                <a16:creationId xmlns:a16="http://schemas.microsoft.com/office/drawing/2014/main" id="{D21A91B1-5F09-AAE5-B448-3D40D4D88D29}"/>
              </a:ext>
            </a:extLst>
          </p:cNvPr>
          <p:cNvSpPr/>
          <p:nvPr/>
        </p:nvSpPr>
        <p:spPr>
          <a:xfrm>
            <a:off x="6630924" y="1636776"/>
            <a:ext cx="1874520" cy="3063240"/>
          </a:xfrm>
          <a:prstGeom prst="roundRect">
            <a:avLst>
              <a:gd name="adj" fmla="val 6829"/>
            </a:avLst>
          </a:prstGeom>
          <a:solidFill>
            <a:srgbClr val="2B3346"/>
          </a:solidFill>
          <a:ln/>
          <a:effectLst>
            <a:outerShdw blurRad="63500" dist="25400" dir="5400000" algn="bl" rotWithShape="0">
              <a:srgbClr val="1A1A1A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48">
            <a:extLst>
              <a:ext uri="{FF2B5EF4-FFF2-40B4-BE49-F238E27FC236}">
                <a16:creationId xmlns:a16="http://schemas.microsoft.com/office/drawing/2014/main" id="{486D8CA6-3E3F-8607-6EA4-7099E593B47A}"/>
              </a:ext>
            </a:extLst>
          </p:cNvPr>
          <p:cNvSpPr/>
          <p:nvPr/>
        </p:nvSpPr>
        <p:spPr>
          <a:xfrm>
            <a:off x="6694932" y="1783080"/>
            <a:ext cx="1746504" cy="2788920"/>
          </a:xfrm>
          <a:prstGeom prst="roundRect">
            <a:avLst>
              <a:gd name="adj" fmla="val 366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49">
            <a:extLst>
              <a:ext uri="{FF2B5EF4-FFF2-40B4-BE49-F238E27FC236}">
                <a16:creationId xmlns:a16="http://schemas.microsoft.com/office/drawing/2014/main" id="{7F1CF3E4-0E73-6DA6-B8FB-E47E1FC779E6}"/>
              </a:ext>
            </a:extLst>
          </p:cNvPr>
          <p:cNvSpPr/>
          <p:nvPr/>
        </p:nvSpPr>
        <p:spPr>
          <a:xfrm>
            <a:off x="7440168" y="1696212"/>
            <a:ext cx="256032" cy="41148"/>
          </a:xfrm>
          <a:prstGeom prst="roundRect">
            <a:avLst>
              <a:gd name="adj" fmla="val 44444"/>
            </a:avLst>
          </a:prstGeom>
          <a:solidFill>
            <a:srgbClr val="0F1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0">
            <a:extLst>
              <a:ext uri="{FF2B5EF4-FFF2-40B4-BE49-F238E27FC236}">
                <a16:creationId xmlns:a16="http://schemas.microsoft.com/office/drawing/2014/main" id="{38636FF4-23AA-A7D5-8CD0-53D7E8EC9782}"/>
              </a:ext>
            </a:extLst>
          </p:cNvPr>
          <p:cNvSpPr/>
          <p:nvPr/>
        </p:nvSpPr>
        <p:spPr>
          <a:xfrm>
            <a:off x="6768084" y="1947672"/>
            <a:ext cx="1257483" cy="384048"/>
          </a:xfrm>
          <a:prstGeom prst="roundRect">
            <a:avLst>
              <a:gd name="adj" fmla="val 21429"/>
            </a:avLst>
          </a:prstGeom>
          <a:solidFill>
            <a:srgbClr val="E7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1">
            <a:extLst>
              <a:ext uri="{FF2B5EF4-FFF2-40B4-BE49-F238E27FC236}">
                <a16:creationId xmlns:a16="http://schemas.microsoft.com/office/drawing/2014/main" id="{DEAB7FBF-AA46-8C7F-F424-C0A07FC0102C}"/>
              </a:ext>
            </a:extLst>
          </p:cNvPr>
          <p:cNvSpPr/>
          <p:nvPr/>
        </p:nvSpPr>
        <p:spPr>
          <a:xfrm>
            <a:off x="6841236" y="1947672"/>
            <a:ext cx="11111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you feeling?</a:t>
            </a:r>
            <a:endParaRPr lang="en-US" sz="800" dirty="0"/>
          </a:p>
        </p:txBody>
      </p:sp>
      <p:sp>
        <p:nvSpPr>
          <p:cNvPr id="56" name="Shape 52">
            <a:extLst>
              <a:ext uri="{FF2B5EF4-FFF2-40B4-BE49-F238E27FC236}">
                <a16:creationId xmlns:a16="http://schemas.microsoft.com/office/drawing/2014/main" id="{2B9EA64E-086A-0A64-5FC2-8C47DCC7D964}"/>
              </a:ext>
            </a:extLst>
          </p:cNvPr>
          <p:cNvSpPr/>
          <p:nvPr/>
        </p:nvSpPr>
        <p:spPr>
          <a:xfrm>
            <a:off x="7253813" y="2404872"/>
            <a:ext cx="1082832" cy="310896"/>
          </a:xfrm>
          <a:prstGeom prst="roundRect">
            <a:avLst>
              <a:gd name="adj" fmla="val 26471"/>
            </a:avLst>
          </a:prstGeom>
          <a:solidFill>
            <a:srgbClr val="DCEB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3">
            <a:extLst>
              <a:ext uri="{FF2B5EF4-FFF2-40B4-BE49-F238E27FC236}">
                <a16:creationId xmlns:a16="http://schemas.microsoft.com/office/drawing/2014/main" id="{923BEA02-9853-8410-3601-206770A47710}"/>
              </a:ext>
            </a:extLst>
          </p:cNvPr>
          <p:cNvSpPr/>
          <p:nvPr/>
        </p:nvSpPr>
        <p:spPr>
          <a:xfrm>
            <a:off x="7326965" y="2404872"/>
            <a:ext cx="936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 stressed.</a:t>
            </a:r>
            <a:endParaRPr lang="en-US" sz="800" dirty="0"/>
          </a:p>
        </p:txBody>
      </p:sp>
      <p:sp>
        <p:nvSpPr>
          <p:cNvPr id="58" name="Shape 54">
            <a:extLst>
              <a:ext uri="{FF2B5EF4-FFF2-40B4-BE49-F238E27FC236}">
                <a16:creationId xmlns:a16="http://schemas.microsoft.com/office/drawing/2014/main" id="{8C157743-951F-6EB0-B61E-622768C1D9B6}"/>
              </a:ext>
            </a:extLst>
          </p:cNvPr>
          <p:cNvSpPr/>
          <p:nvPr/>
        </p:nvSpPr>
        <p:spPr>
          <a:xfrm>
            <a:off x="6768084" y="2788920"/>
            <a:ext cx="1362273" cy="384048"/>
          </a:xfrm>
          <a:prstGeom prst="roundRect">
            <a:avLst>
              <a:gd name="adj" fmla="val 21429"/>
            </a:avLst>
          </a:prstGeom>
          <a:solidFill>
            <a:srgbClr val="E7E9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5">
            <a:extLst>
              <a:ext uri="{FF2B5EF4-FFF2-40B4-BE49-F238E27FC236}">
                <a16:creationId xmlns:a16="http://schemas.microsoft.com/office/drawing/2014/main" id="{DE02E272-ADA8-B2F9-607D-D36AD2CE70BF}"/>
              </a:ext>
            </a:extLst>
          </p:cNvPr>
          <p:cNvSpPr/>
          <p:nvPr/>
        </p:nvSpPr>
        <p:spPr>
          <a:xfrm>
            <a:off x="6841236" y="2788920"/>
            <a:ext cx="12159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here with you</a:t>
            </a:r>
            <a:endParaRPr lang="en-US" sz="800" dirty="0"/>
          </a:p>
        </p:txBody>
      </p:sp>
      <p:sp>
        <p:nvSpPr>
          <p:cNvPr id="60" name="Shape 56">
            <a:extLst>
              <a:ext uri="{FF2B5EF4-FFF2-40B4-BE49-F238E27FC236}">
                <a16:creationId xmlns:a16="http://schemas.microsoft.com/office/drawing/2014/main" id="{0BC0726F-4D95-7F93-BBA2-66EE4E50CCA8}"/>
              </a:ext>
            </a:extLst>
          </p:cNvPr>
          <p:cNvSpPr/>
          <p:nvPr/>
        </p:nvSpPr>
        <p:spPr>
          <a:xfrm>
            <a:off x="7218883" y="3246120"/>
            <a:ext cx="1117763" cy="310896"/>
          </a:xfrm>
          <a:prstGeom prst="roundRect">
            <a:avLst>
              <a:gd name="adj" fmla="val 26471"/>
            </a:avLst>
          </a:prstGeom>
          <a:solidFill>
            <a:srgbClr val="DCEB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>
            <a:extLst>
              <a:ext uri="{FF2B5EF4-FFF2-40B4-BE49-F238E27FC236}">
                <a16:creationId xmlns:a16="http://schemas.microsoft.com/office/drawing/2014/main" id="{770CE6C7-67CF-37E5-0112-D1B8E6AD9E4C}"/>
              </a:ext>
            </a:extLst>
          </p:cNvPr>
          <p:cNvSpPr/>
          <p:nvPr/>
        </p:nvSpPr>
        <p:spPr>
          <a:xfrm>
            <a:off x="7292035" y="3246120"/>
            <a:ext cx="9714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8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Thanks, feeling better.</a:t>
            </a:r>
            <a:endParaRPr lang="en-US" sz="800" dirty="0"/>
          </a:p>
        </p:txBody>
      </p:sp>
      <p:sp>
        <p:nvSpPr>
          <p:cNvPr id="62" name="Shape 58">
            <a:extLst>
              <a:ext uri="{FF2B5EF4-FFF2-40B4-BE49-F238E27FC236}">
                <a16:creationId xmlns:a16="http://schemas.microsoft.com/office/drawing/2014/main" id="{FA2E8306-E7E9-4C6A-F787-D5D745F51ECF}"/>
              </a:ext>
            </a:extLst>
          </p:cNvPr>
          <p:cNvSpPr/>
          <p:nvPr/>
        </p:nvSpPr>
        <p:spPr>
          <a:xfrm>
            <a:off x="6768084" y="4005072"/>
            <a:ext cx="1600200" cy="4572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59">
            <a:extLst>
              <a:ext uri="{FF2B5EF4-FFF2-40B4-BE49-F238E27FC236}">
                <a16:creationId xmlns:a16="http://schemas.microsoft.com/office/drawing/2014/main" id="{5BD32A19-E259-865A-E1A4-60B3AE443E18}"/>
              </a:ext>
            </a:extLst>
          </p:cNvPr>
          <p:cNvSpPr/>
          <p:nvPr/>
        </p:nvSpPr>
        <p:spPr>
          <a:xfrm>
            <a:off x="6841236" y="4233672"/>
            <a:ext cx="181737" cy="51726"/>
          </a:xfrm>
          <a:prstGeom prst="line">
            <a:avLst/>
          </a:prstGeom>
          <a:noFill/>
          <a:ln w="25400">
            <a:solidFill>
              <a:srgbClr val="C97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0">
            <a:extLst>
              <a:ext uri="{FF2B5EF4-FFF2-40B4-BE49-F238E27FC236}">
                <a16:creationId xmlns:a16="http://schemas.microsoft.com/office/drawing/2014/main" id="{4B009386-94F0-CFF5-CBEB-E259F26C9CF7}"/>
              </a:ext>
            </a:extLst>
          </p:cNvPr>
          <p:cNvSpPr/>
          <p:nvPr/>
        </p:nvSpPr>
        <p:spPr>
          <a:xfrm>
            <a:off x="7022973" y="4285398"/>
            <a:ext cx="181737" cy="21426"/>
          </a:xfrm>
          <a:prstGeom prst="line">
            <a:avLst/>
          </a:prstGeom>
          <a:noFill/>
          <a:ln w="25400">
            <a:solidFill>
              <a:srgbClr val="C97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1">
            <a:extLst>
              <a:ext uri="{FF2B5EF4-FFF2-40B4-BE49-F238E27FC236}">
                <a16:creationId xmlns:a16="http://schemas.microsoft.com/office/drawing/2014/main" id="{BFC25240-1369-E8BA-F554-E9D0079592A0}"/>
              </a:ext>
            </a:extLst>
          </p:cNvPr>
          <p:cNvSpPr/>
          <p:nvPr/>
        </p:nvSpPr>
        <p:spPr>
          <a:xfrm flipV="1">
            <a:off x="7204710" y="4285398"/>
            <a:ext cx="181737" cy="21426"/>
          </a:xfrm>
          <a:prstGeom prst="line">
            <a:avLst/>
          </a:prstGeom>
          <a:noFill/>
          <a:ln w="25400">
            <a:solidFill>
              <a:srgbClr val="C97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2">
            <a:extLst>
              <a:ext uri="{FF2B5EF4-FFF2-40B4-BE49-F238E27FC236}">
                <a16:creationId xmlns:a16="http://schemas.microsoft.com/office/drawing/2014/main" id="{7FAFA936-3943-C2FC-B235-83BED95C965D}"/>
              </a:ext>
            </a:extLst>
          </p:cNvPr>
          <p:cNvSpPr/>
          <p:nvPr/>
        </p:nvSpPr>
        <p:spPr>
          <a:xfrm flipV="1">
            <a:off x="7386447" y="4233672"/>
            <a:ext cx="181737" cy="51726"/>
          </a:xfrm>
          <a:prstGeom prst="line">
            <a:avLst/>
          </a:prstGeom>
          <a:noFill/>
          <a:ln w="25400">
            <a:solidFill>
              <a:srgbClr val="C97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>
            <a:extLst>
              <a:ext uri="{FF2B5EF4-FFF2-40B4-BE49-F238E27FC236}">
                <a16:creationId xmlns:a16="http://schemas.microsoft.com/office/drawing/2014/main" id="{064E6D20-DF09-5EAA-6AEE-E72DCF59D6F2}"/>
              </a:ext>
            </a:extLst>
          </p:cNvPr>
          <p:cNvSpPr/>
          <p:nvPr/>
        </p:nvSpPr>
        <p:spPr>
          <a:xfrm flipV="1">
            <a:off x="7568184" y="4181946"/>
            <a:ext cx="181737" cy="51726"/>
          </a:xfrm>
          <a:prstGeom prst="line">
            <a:avLst/>
          </a:prstGeom>
          <a:noFill/>
          <a:ln w="25400">
            <a:solidFill>
              <a:srgbClr val="C97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4">
            <a:extLst>
              <a:ext uri="{FF2B5EF4-FFF2-40B4-BE49-F238E27FC236}">
                <a16:creationId xmlns:a16="http://schemas.microsoft.com/office/drawing/2014/main" id="{30F94EDB-5E6F-E690-F045-4F6780F70D0A}"/>
              </a:ext>
            </a:extLst>
          </p:cNvPr>
          <p:cNvSpPr/>
          <p:nvPr/>
        </p:nvSpPr>
        <p:spPr>
          <a:xfrm flipV="1">
            <a:off x="7749921" y="4160520"/>
            <a:ext cx="181737" cy="21426"/>
          </a:xfrm>
          <a:prstGeom prst="line">
            <a:avLst/>
          </a:prstGeom>
          <a:noFill/>
          <a:ln w="25400">
            <a:solidFill>
              <a:srgbClr val="C97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>
            <a:extLst>
              <a:ext uri="{FF2B5EF4-FFF2-40B4-BE49-F238E27FC236}">
                <a16:creationId xmlns:a16="http://schemas.microsoft.com/office/drawing/2014/main" id="{6320EF44-20CA-92CB-151B-C432AA4D35C7}"/>
              </a:ext>
            </a:extLst>
          </p:cNvPr>
          <p:cNvSpPr/>
          <p:nvPr/>
        </p:nvSpPr>
        <p:spPr>
          <a:xfrm>
            <a:off x="7931658" y="4160520"/>
            <a:ext cx="181737" cy="21426"/>
          </a:xfrm>
          <a:prstGeom prst="line">
            <a:avLst/>
          </a:prstGeom>
          <a:noFill/>
          <a:ln w="25400">
            <a:solidFill>
              <a:srgbClr val="C97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6">
            <a:extLst>
              <a:ext uri="{FF2B5EF4-FFF2-40B4-BE49-F238E27FC236}">
                <a16:creationId xmlns:a16="http://schemas.microsoft.com/office/drawing/2014/main" id="{2A3706BB-7FB0-2DEE-01D4-8BF3ED8FEEC4}"/>
              </a:ext>
            </a:extLst>
          </p:cNvPr>
          <p:cNvSpPr/>
          <p:nvPr/>
        </p:nvSpPr>
        <p:spPr>
          <a:xfrm>
            <a:off x="8113395" y="4181946"/>
            <a:ext cx="181737" cy="51726"/>
          </a:xfrm>
          <a:prstGeom prst="line">
            <a:avLst/>
          </a:prstGeom>
          <a:noFill/>
          <a:ln w="25400">
            <a:solidFill>
              <a:srgbClr val="C97B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7">
            <a:extLst>
              <a:ext uri="{FF2B5EF4-FFF2-40B4-BE49-F238E27FC236}">
                <a16:creationId xmlns:a16="http://schemas.microsoft.com/office/drawing/2014/main" id="{7608933E-9343-6194-D166-87039D45D443}"/>
              </a:ext>
            </a:extLst>
          </p:cNvPr>
          <p:cNvSpPr/>
          <p:nvPr/>
        </p:nvSpPr>
        <p:spPr>
          <a:xfrm>
            <a:off x="6768084" y="442569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600" i="1" dirty="0">
                <a:solidFill>
                  <a:srgbClr val="5A6478"/>
                </a:solidFill>
              </a:rPr>
              <a:t>live signal</a:t>
            </a:r>
            <a:endParaRPr lang="en-US" sz="600" dirty="0"/>
          </a:p>
        </p:txBody>
      </p:sp>
      <p:sp>
        <p:nvSpPr>
          <p:cNvPr id="72" name="Text 68">
            <a:extLst>
              <a:ext uri="{FF2B5EF4-FFF2-40B4-BE49-F238E27FC236}">
                <a16:creationId xmlns:a16="http://schemas.microsoft.com/office/drawing/2014/main" id="{790DE610-D7B8-EBB5-F2AE-436BF2F06A37}"/>
              </a:ext>
            </a:extLst>
          </p:cNvPr>
          <p:cNvSpPr/>
          <p:nvPr/>
        </p:nvSpPr>
        <p:spPr>
          <a:xfrm>
            <a:off x="6356604" y="5550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solidFill>
                  <a:srgbClr val="1F2A44"/>
                </a:solidFill>
              </a:rPr>
              <a:t>Chatting + live signals</a:t>
            </a:r>
            <a:endParaRPr lang="en-US" sz="950" dirty="0"/>
          </a:p>
        </p:txBody>
      </p:sp>
      <p:sp>
        <p:nvSpPr>
          <p:cNvPr id="73" name="Text 69">
            <a:extLst>
              <a:ext uri="{FF2B5EF4-FFF2-40B4-BE49-F238E27FC236}">
                <a16:creationId xmlns:a16="http://schemas.microsoft.com/office/drawing/2014/main" id="{142E8A60-A3EA-E6CD-941C-93F82419F726}"/>
              </a:ext>
            </a:extLst>
          </p:cNvPr>
          <p:cNvSpPr/>
          <p:nvPr/>
        </p:nvSpPr>
        <p:spPr>
          <a:xfrm>
            <a:off x="6356604" y="57698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i="1" dirty="0">
                <a:solidFill>
                  <a:srgbClr val="5A6478"/>
                </a:solidFill>
              </a:rPr>
              <a:t>text + physio → LLM</a:t>
            </a:r>
            <a:endParaRPr lang="en-US" sz="800" dirty="0"/>
          </a:p>
        </p:txBody>
      </p:sp>
      <p:sp>
        <p:nvSpPr>
          <p:cNvPr id="74" name="Shape 70">
            <a:extLst>
              <a:ext uri="{FF2B5EF4-FFF2-40B4-BE49-F238E27FC236}">
                <a16:creationId xmlns:a16="http://schemas.microsoft.com/office/drawing/2014/main" id="{E07EBFC9-A9D7-9919-AB7E-15B766C102B7}"/>
              </a:ext>
            </a:extLst>
          </p:cNvPr>
          <p:cNvSpPr/>
          <p:nvPr/>
        </p:nvSpPr>
        <p:spPr>
          <a:xfrm>
            <a:off x="8779764" y="3396996"/>
            <a:ext cx="502920" cy="9144"/>
          </a:xfrm>
          <a:prstGeom prst="line">
            <a:avLst/>
          </a:prstGeom>
          <a:noFill/>
          <a:ln w="25400">
            <a:solidFill>
              <a:srgbClr val="9AA2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1">
            <a:extLst>
              <a:ext uri="{FF2B5EF4-FFF2-40B4-BE49-F238E27FC236}">
                <a16:creationId xmlns:a16="http://schemas.microsoft.com/office/drawing/2014/main" id="{99DB8196-CAD2-5AF4-8516-FD0EC743DA87}"/>
              </a:ext>
            </a:extLst>
          </p:cNvPr>
          <p:cNvSpPr/>
          <p:nvPr/>
        </p:nvSpPr>
        <p:spPr>
          <a:xfrm>
            <a:off x="8665464" y="301294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750" i="1" dirty="0">
                <a:solidFill>
                  <a:srgbClr val="5A6478"/>
                </a:solidFill>
              </a:rPr>
              <a:t>mood</a:t>
            </a:r>
            <a:endParaRPr lang="en-US" sz="750" dirty="0"/>
          </a:p>
          <a:p>
            <a:pPr marL="0" indent="0" algn="ctr">
              <a:buNone/>
            </a:pPr>
            <a:r>
              <a:rPr lang="en-US" sz="750" i="1" dirty="0">
                <a:solidFill>
                  <a:srgbClr val="5A6478"/>
                </a:solidFill>
              </a:rPr>
              <a:t>improves</a:t>
            </a:r>
            <a:endParaRPr lang="en-US" sz="750" dirty="0"/>
          </a:p>
        </p:txBody>
      </p:sp>
      <p:sp>
        <p:nvSpPr>
          <p:cNvPr id="76" name="Shape 72">
            <a:extLst>
              <a:ext uri="{FF2B5EF4-FFF2-40B4-BE49-F238E27FC236}">
                <a16:creationId xmlns:a16="http://schemas.microsoft.com/office/drawing/2014/main" id="{56261E22-4CBC-DBA4-957B-E7A0E48454F7}"/>
              </a:ext>
            </a:extLst>
          </p:cNvPr>
          <p:cNvSpPr/>
          <p:nvPr/>
        </p:nvSpPr>
        <p:spPr>
          <a:xfrm>
            <a:off x="9607296" y="2386584"/>
            <a:ext cx="1133856" cy="868680"/>
          </a:xfrm>
          <a:prstGeom prst="roundRect">
            <a:avLst>
              <a:gd name="adj" fmla="val 15789"/>
            </a:avLst>
          </a:prstGeom>
          <a:solidFill>
            <a:srgbClr val="3E8E7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3">
            <a:extLst>
              <a:ext uri="{FF2B5EF4-FFF2-40B4-BE49-F238E27FC236}">
                <a16:creationId xmlns:a16="http://schemas.microsoft.com/office/drawing/2014/main" id="{4E447FE0-8921-E74F-F2D7-CBC0BF2095FA}"/>
              </a:ext>
            </a:extLst>
          </p:cNvPr>
          <p:cNvSpPr/>
          <p:nvPr/>
        </p:nvSpPr>
        <p:spPr>
          <a:xfrm>
            <a:off x="9790176" y="1819656"/>
            <a:ext cx="768096" cy="768096"/>
          </a:xfrm>
          <a:prstGeom prst="ellipse">
            <a:avLst/>
          </a:prstGeom>
          <a:solidFill>
            <a:srgbClr val="F0C4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Shape 74">
            <a:extLst>
              <a:ext uri="{FF2B5EF4-FFF2-40B4-BE49-F238E27FC236}">
                <a16:creationId xmlns:a16="http://schemas.microsoft.com/office/drawing/2014/main" id="{EBED5AD1-B0BF-001B-2308-B82CF4D822BF}"/>
              </a:ext>
            </a:extLst>
          </p:cNvPr>
          <p:cNvSpPr/>
          <p:nvPr/>
        </p:nvSpPr>
        <p:spPr>
          <a:xfrm>
            <a:off x="9753600" y="2112264"/>
            <a:ext cx="109728" cy="146304"/>
          </a:xfrm>
          <a:prstGeom prst="ellipse">
            <a:avLst/>
          </a:prstGeom>
          <a:solidFill>
            <a:srgbClr val="F0C4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5">
            <a:extLst>
              <a:ext uri="{FF2B5EF4-FFF2-40B4-BE49-F238E27FC236}">
                <a16:creationId xmlns:a16="http://schemas.microsoft.com/office/drawing/2014/main" id="{BA25CC0C-D3B7-B2F4-B444-E99881D0EB18}"/>
              </a:ext>
            </a:extLst>
          </p:cNvPr>
          <p:cNvSpPr/>
          <p:nvPr/>
        </p:nvSpPr>
        <p:spPr>
          <a:xfrm>
            <a:off x="10485120" y="2112264"/>
            <a:ext cx="109728" cy="146304"/>
          </a:xfrm>
          <a:prstGeom prst="ellipse">
            <a:avLst/>
          </a:prstGeom>
          <a:solidFill>
            <a:srgbClr val="F0C4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6">
            <a:extLst>
              <a:ext uri="{FF2B5EF4-FFF2-40B4-BE49-F238E27FC236}">
                <a16:creationId xmlns:a16="http://schemas.microsoft.com/office/drawing/2014/main" id="{534B2E80-4CC3-65C6-8DA1-557DA157C828}"/>
              </a:ext>
            </a:extLst>
          </p:cNvPr>
          <p:cNvSpPr/>
          <p:nvPr/>
        </p:nvSpPr>
        <p:spPr>
          <a:xfrm>
            <a:off x="9991344" y="2130552"/>
            <a:ext cx="82296" cy="82296"/>
          </a:xfrm>
          <a:prstGeom prst="ellipse">
            <a:avLst/>
          </a:prstGeom>
          <a:solidFill>
            <a:srgbClr val="3A3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7">
            <a:extLst>
              <a:ext uri="{FF2B5EF4-FFF2-40B4-BE49-F238E27FC236}">
                <a16:creationId xmlns:a16="http://schemas.microsoft.com/office/drawing/2014/main" id="{9E89524E-4707-7409-D53F-90EF19417562}"/>
              </a:ext>
            </a:extLst>
          </p:cNvPr>
          <p:cNvSpPr/>
          <p:nvPr/>
        </p:nvSpPr>
        <p:spPr>
          <a:xfrm>
            <a:off x="10274808" y="2130552"/>
            <a:ext cx="82296" cy="82296"/>
          </a:xfrm>
          <a:prstGeom prst="ellipse">
            <a:avLst/>
          </a:prstGeom>
          <a:solidFill>
            <a:srgbClr val="3A3F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78">
            <a:extLst>
              <a:ext uri="{FF2B5EF4-FFF2-40B4-BE49-F238E27FC236}">
                <a16:creationId xmlns:a16="http://schemas.microsoft.com/office/drawing/2014/main" id="{3B7C25A0-69D1-4D00-BCDC-36686F87112F}"/>
              </a:ext>
            </a:extLst>
          </p:cNvPr>
          <p:cNvSpPr/>
          <p:nvPr/>
        </p:nvSpPr>
        <p:spPr>
          <a:xfrm>
            <a:off x="9973056" y="2048256"/>
            <a:ext cx="118872" cy="9144"/>
          </a:xfrm>
          <a:prstGeom prst="line">
            <a:avLst/>
          </a:prstGeom>
          <a:noFill/>
          <a:ln w="28575">
            <a:solidFill>
              <a:srgbClr val="3A3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>
            <a:extLst>
              <a:ext uri="{FF2B5EF4-FFF2-40B4-BE49-F238E27FC236}">
                <a16:creationId xmlns:a16="http://schemas.microsoft.com/office/drawing/2014/main" id="{80502E32-D4AC-2ADF-C826-513090817034}"/>
              </a:ext>
            </a:extLst>
          </p:cNvPr>
          <p:cNvSpPr/>
          <p:nvPr/>
        </p:nvSpPr>
        <p:spPr>
          <a:xfrm>
            <a:off x="10256520" y="2048256"/>
            <a:ext cx="118872" cy="9144"/>
          </a:xfrm>
          <a:prstGeom prst="line">
            <a:avLst/>
          </a:prstGeom>
          <a:noFill/>
          <a:ln w="28575">
            <a:solidFill>
              <a:srgbClr val="3A3F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0">
            <a:extLst>
              <a:ext uri="{FF2B5EF4-FFF2-40B4-BE49-F238E27FC236}">
                <a16:creationId xmlns:a16="http://schemas.microsoft.com/office/drawing/2014/main" id="{40D97725-23FC-C472-0BF0-5766708E1834}"/>
              </a:ext>
            </a:extLst>
          </p:cNvPr>
          <p:cNvSpPr/>
          <p:nvPr/>
        </p:nvSpPr>
        <p:spPr>
          <a:xfrm>
            <a:off x="10046208" y="2299716"/>
            <a:ext cx="128016" cy="100584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Shape 81">
            <a:extLst>
              <a:ext uri="{FF2B5EF4-FFF2-40B4-BE49-F238E27FC236}">
                <a16:creationId xmlns:a16="http://schemas.microsoft.com/office/drawing/2014/main" id="{1BE88372-1670-8B3F-6D71-80CAB84BF883}"/>
              </a:ext>
            </a:extLst>
          </p:cNvPr>
          <p:cNvSpPr/>
          <p:nvPr/>
        </p:nvSpPr>
        <p:spPr>
          <a:xfrm flipV="1">
            <a:off x="10174224" y="2299716"/>
            <a:ext cx="128016" cy="100584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Shape 82">
            <a:extLst>
              <a:ext uri="{FF2B5EF4-FFF2-40B4-BE49-F238E27FC236}">
                <a16:creationId xmlns:a16="http://schemas.microsoft.com/office/drawing/2014/main" id="{82D0E2D6-B2AA-3428-6E12-D94971D64AF4}"/>
              </a:ext>
            </a:extLst>
          </p:cNvPr>
          <p:cNvSpPr/>
          <p:nvPr/>
        </p:nvSpPr>
        <p:spPr>
          <a:xfrm>
            <a:off x="10695432" y="2496312"/>
            <a:ext cx="525780" cy="201168"/>
          </a:xfrm>
          <a:prstGeom prst="roundRect">
            <a:avLst>
              <a:gd name="adj" fmla="val 45455"/>
            </a:avLst>
          </a:prstGeom>
          <a:solidFill>
            <a:srgbClr val="F0C4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3">
            <a:extLst>
              <a:ext uri="{FF2B5EF4-FFF2-40B4-BE49-F238E27FC236}">
                <a16:creationId xmlns:a16="http://schemas.microsoft.com/office/drawing/2014/main" id="{95368673-4A6E-5317-83A3-7B02EE33E54F}"/>
              </a:ext>
            </a:extLst>
          </p:cNvPr>
          <p:cNvSpPr/>
          <p:nvPr/>
        </p:nvSpPr>
        <p:spPr>
          <a:xfrm>
            <a:off x="11001756" y="2715768"/>
            <a:ext cx="347472" cy="676656"/>
          </a:xfrm>
          <a:prstGeom prst="roundRect">
            <a:avLst>
              <a:gd name="adj" fmla="val 15789"/>
            </a:avLst>
          </a:prstGeom>
          <a:solidFill>
            <a:srgbClr val="D8DE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Shape 84">
            <a:extLst>
              <a:ext uri="{FF2B5EF4-FFF2-40B4-BE49-F238E27FC236}">
                <a16:creationId xmlns:a16="http://schemas.microsoft.com/office/drawing/2014/main" id="{B58258FB-B683-1F05-8EA6-9D392972CD38}"/>
              </a:ext>
            </a:extLst>
          </p:cNvPr>
          <p:cNvSpPr/>
          <p:nvPr/>
        </p:nvSpPr>
        <p:spPr>
          <a:xfrm>
            <a:off x="11047476" y="28803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1F2A44"/>
          </a:solidFill>
          <a:ln w="12700">
            <a:solidFill>
              <a:srgbClr val="0F14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5">
            <a:extLst>
              <a:ext uri="{FF2B5EF4-FFF2-40B4-BE49-F238E27FC236}">
                <a16:creationId xmlns:a16="http://schemas.microsoft.com/office/drawing/2014/main" id="{81055EF8-C6CD-A271-A05D-9976FB618900}"/>
              </a:ext>
            </a:extLst>
          </p:cNvPr>
          <p:cNvSpPr/>
          <p:nvPr/>
        </p:nvSpPr>
        <p:spPr>
          <a:xfrm>
            <a:off x="11103803" y="2977652"/>
            <a:ext cx="143378" cy="61448"/>
          </a:xfrm>
          <a:prstGeom prst="ellipse">
            <a:avLst/>
          </a:prstGeom>
          <a:solidFill>
            <a:srgbClr val="6FE3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Shape 86">
            <a:extLst>
              <a:ext uri="{FF2B5EF4-FFF2-40B4-BE49-F238E27FC236}">
                <a16:creationId xmlns:a16="http://schemas.microsoft.com/office/drawing/2014/main" id="{05BFAB53-F84C-F484-721F-D5D87EADF008}"/>
              </a:ext>
            </a:extLst>
          </p:cNvPr>
          <p:cNvSpPr/>
          <p:nvPr/>
        </p:nvSpPr>
        <p:spPr>
          <a:xfrm flipH="1">
            <a:off x="10494264" y="3392424"/>
            <a:ext cx="681228" cy="850392"/>
          </a:xfrm>
          <a:prstGeom prst="line">
            <a:avLst/>
          </a:prstGeom>
          <a:noFill/>
          <a:ln w="12700">
            <a:solidFill>
              <a:srgbClr val="C9CDD6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7">
            <a:extLst>
              <a:ext uri="{FF2B5EF4-FFF2-40B4-BE49-F238E27FC236}">
                <a16:creationId xmlns:a16="http://schemas.microsoft.com/office/drawing/2014/main" id="{DAD503BC-9D86-5C48-8DA8-A78633BBA640}"/>
              </a:ext>
            </a:extLst>
          </p:cNvPr>
          <p:cNvSpPr/>
          <p:nvPr/>
        </p:nvSpPr>
        <p:spPr>
          <a:xfrm>
            <a:off x="9602724" y="4379976"/>
            <a:ext cx="222885" cy="51726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8">
            <a:extLst>
              <a:ext uri="{FF2B5EF4-FFF2-40B4-BE49-F238E27FC236}">
                <a16:creationId xmlns:a16="http://schemas.microsoft.com/office/drawing/2014/main" id="{FED93743-D9EF-A824-DE93-0BFBA3E514C0}"/>
              </a:ext>
            </a:extLst>
          </p:cNvPr>
          <p:cNvSpPr/>
          <p:nvPr/>
        </p:nvSpPr>
        <p:spPr>
          <a:xfrm>
            <a:off x="9825609" y="4431702"/>
            <a:ext cx="222885" cy="21426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>
            <a:extLst>
              <a:ext uri="{FF2B5EF4-FFF2-40B4-BE49-F238E27FC236}">
                <a16:creationId xmlns:a16="http://schemas.microsoft.com/office/drawing/2014/main" id="{410F974E-C952-9C04-BC08-603BC2DD9156}"/>
              </a:ext>
            </a:extLst>
          </p:cNvPr>
          <p:cNvSpPr/>
          <p:nvPr/>
        </p:nvSpPr>
        <p:spPr>
          <a:xfrm flipV="1">
            <a:off x="10048494" y="4431702"/>
            <a:ext cx="222885" cy="21426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0">
            <a:extLst>
              <a:ext uri="{FF2B5EF4-FFF2-40B4-BE49-F238E27FC236}">
                <a16:creationId xmlns:a16="http://schemas.microsoft.com/office/drawing/2014/main" id="{31755717-8898-2E7E-30B9-22811C0B29BC}"/>
              </a:ext>
            </a:extLst>
          </p:cNvPr>
          <p:cNvSpPr/>
          <p:nvPr/>
        </p:nvSpPr>
        <p:spPr>
          <a:xfrm flipV="1">
            <a:off x="10271379" y="4379976"/>
            <a:ext cx="222885" cy="51726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1">
            <a:extLst>
              <a:ext uri="{FF2B5EF4-FFF2-40B4-BE49-F238E27FC236}">
                <a16:creationId xmlns:a16="http://schemas.microsoft.com/office/drawing/2014/main" id="{ADA6752D-D9AB-0AF3-A504-E8A9C1B2843F}"/>
              </a:ext>
            </a:extLst>
          </p:cNvPr>
          <p:cNvSpPr/>
          <p:nvPr/>
        </p:nvSpPr>
        <p:spPr>
          <a:xfrm flipV="1">
            <a:off x="10494264" y="4328250"/>
            <a:ext cx="222885" cy="51726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>
            <a:extLst>
              <a:ext uri="{FF2B5EF4-FFF2-40B4-BE49-F238E27FC236}">
                <a16:creationId xmlns:a16="http://schemas.microsoft.com/office/drawing/2014/main" id="{5D597718-B0FF-5434-0D4D-1A9EB34E1E62}"/>
              </a:ext>
            </a:extLst>
          </p:cNvPr>
          <p:cNvSpPr/>
          <p:nvPr/>
        </p:nvSpPr>
        <p:spPr>
          <a:xfrm flipV="1">
            <a:off x="10717149" y="4306824"/>
            <a:ext cx="222885" cy="21426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3">
            <a:extLst>
              <a:ext uri="{FF2B5EF4-FFF2-40B4-BE49-F238E27FC236}">
                <a16:creationId xmlns:a16="http://schemas.microsoft.com/office/drawing/2014/main" id="{7E71380A-4DC1-08F8-1784-B5913E4A5B16}"/>
              </a:ext>
            </a:extLst>
          </p:cNvPr>
          <p:cNvSpPr/>
          <p:nvPr/>
        </p:nvSpPr>
        <p:spPr>
          <a:xfrm>
            <a:off x="10940034" y="4306824"/>
            <a:ext cx="222885" cy="21426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>
            <a:extLst>
              <a:ext uri="{FF2B5EF4-FFF2-40B4-BE49-F238E27FC236}">
                <a16:creationId xmlns:a16="http://schemas.microsoft.com/office/drawing/2014/main" id="{B3C057FD-04F5-B98D-8DD3-22B429B661B0}"/>
              </a:ext>
            </a:extLst>
          </p:cNvPr>
          <p:cNvSpPr/>
          <p:nvPr/>
        </p:nvSpPr>
        <p:spPr>
          <a:xfrm>
            <a:off x="11162919" y="4328250"/>
            <a:ext cx="222885" cy="51726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5">
            <a:extLst>
              <a:ext uri="{FF2B5EF4-FFF2-40B4-BE49-F238E27FC236}">
                <a16:creationId xmlns:a16="http://schemas.microsoft.com/office/drawing/2014/main" id="{4E913532-BC65-EC49-525C-D0E134F2D4F5}"/>
              </a:ext>
            </a:extLst>
          </p:cNvPr>
          <p:cNvSpPr/>
          <p:nvPr/>
        </p:nvSpPr>
        <p:spPr>
          <a:xfrm>
            <a:off x="9282684" y="555040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solidFill>
                  <a:srgbClr val="1F2A44"/>
                </a:solidFill>
              </a:rPr>
              <a:t>Calmer state</a:t>
            </a:r>
            <a:endParaRPr lang="en-US" sz="950" dirty="0"/>
          </a:p>
        </p:txBody>
      </p:sp>
      <p:sp>
        <p:nvSpPr>
          <p:cNvPr id="100" name="Text 96">
            <a:extLst>
              <a:ext uri="{FF2B5EF4-FFF2-40B4-BE49-F238E27FC236}">
                <a16:creationId xmlns:a16="http://schemas.microsoft.com/office/drawing/2014/main" id="{2B9DB8EF-BD48-8B35-6B72-E1385425E300}"/>
              </a:ext>
            </a:extLst>
          </p:cNvPr>
          <p:cNvSpPr/>
          <p:nvPr/>
        </p:nvSpPr>
        <p:spPr>
          <a:xfrm>
            <a:off x="9282684" y="576986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i="1" dirty="0">
                <a:solidFill>
                  <a:srgbClr val="5A6478"/>
                </a:solidFill>
              </a:rPr>
              <a:t>signals settle down</a:t>
            </a:r>
            <a:endParaRPr lang="en-US" sz="800" dirty="0"/>
          </a:p>
        </p:txBody>
      </p:sp>
      <p:sp>
        <p:nvSpPr>
          <p:cNvPr id="101" name="Shape 97">
            <a:extLst>
              <a:ext uri="{FF2B5EF4-FFF2-40B4-BE49-F238E27FC236}">
                <a16:creationId xmlns:a16="http://schemas.microsoft.com/office/drawing/2014/main" id="{0661C393-7561-D5E1-3949-752D8E32E449}"/>
              </a:ext>
            </a:extLst>
          </p:cNvPr>
          <p:cNvSpPr/>
          <p:nvPr/>
        </p:nvSpPr>
        <p:spPr>
          <a:xfrm>
            <a:off x="824484" y="6044184"/>
            <a:ext cx="7635240" cy="9144"/>
          </a:xfrm>
          <a:prstGeom prst="line">
            <a:avLst/>
          </a:prstGeom>
          <a:noFill/>
          <a:ln w="15875">
            <a:solidFill>
              <a:srgbClr val="C7CCD6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98">
            <a:extLst>
              <a:ext uri="{FF2B5EF4-FFF2-40B4-BE49-F238E27FC236}">
                <a16:creationId xmlns:a16="http://schemas.microsoft.com/office/drawing/2014/main" id="{DD07E670-459F-A13A-CC9E-2E410EA3A323}"/>
              </a:ext>
            </a:extLst>
          </p:cNvPr>
          <p:cNvSpPr/>
          <p:nvPr/>
        </p:nvSpPr>
        <p:spPr>
          <a:xfrm>
            <a:off x="504444" y="6099048"/>
            <a:ext cx="8275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i="1" dirty="0">
                <a:solidFill>
                  <a:srgbClr val="8A93A6"/>
                </a:solidFill>
              </a:rPr>
              <a:t>physiological signal streams continuously throughout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62291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C090-95C2-1283-AD43-AF338D1CA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7" name="Content Placeholder 6" descr="A diagram of a person&#10;&#10;Description automatically generated">
            <a:extLst>
              <a:ext uri="{FF2B5EF4-FFF2-40B4-BE49-F238E27FC236}">
                <a16:creationId xmlns:a16="http://schemas.microsoft.com/office/drawing/2014/main" id="{B359DA16-97E6-02EA-A344-782335B5E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5" t="4773" r="2709" b="1591"/>
          <a:stretch/>
        </p:blipFill>
        <p:spPr bwMode="auto">
          <a:xfrm>
            <a:off x="942975" y="1809750"/>
            <a:ext cx="3400426" cy="392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4390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24834-876C-44D6-D873-2B3D33D9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Physiological signals to physiological summary generation algo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61DFA1C-5C5F-0294-2220-925CE86E5D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540" y="1825624"/>
            <a:ext cx="8884920" cy="4559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433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1B439-9344-B341-7DFB-0B98379AD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Physiological + Text Emotional Support System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82" name="Picture 10">
            <a:extLst>
              <a:ext uri="{FF2B5EF4-FFF2-40B4-BE49-F238E27FC236}">
                <a16:creationId xmlns:a16="http://schemas.microsoft.com/office/drawing/2014/main" id="{014DDF91-B5E7-EA1A-B18D-6BD9FEDB60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56360"/>
            <a:ext cx="10728960" cy="499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104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5FA4F-06C6-6122-401E-ED1F471F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84CD04-F849-32F6-4C28-A90FF296A0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4360" y="250789"/>
            <a:ext cx="11292840" cy="6356421"/>
          </a:xfrm>
        </p:spPr>
      </p:pic>
    </p:spTree>
    <p:extLst>
      <p:ext uri="{BB962C8B-B14F-4D97-AF65-F5344CB8AC3E}">
        <p14:creationId xmlns:p14="http://schemas.microsoft.com/office/powerpoint/2010/main" val="764799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2ADC-A627-B9C9-A005-78B59FC2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817D97-5F8B-24B2-8095-7708AC049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01040"/>
            <a:ext cx="10515600" cy="5791835"/>
          </a:xfrm>
        </p:spPr>
      </p:pic>
    </p:spTree>
    <p:extLst>
      <p:ext uri="{BB962C8B-B14F-4D97-AF65-F5344CB8AC3E}">
        <p14:creationId xmlns:p14="http://schemas.microsoft.com/office/powerpoint/2010/main" val="1713450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273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Theme</vt:lpstr>
      <vt:lpstr> Development of a Multi-Modal Emotional Support Chatbot Leveraging Physiological Signals and Textual User Inputs</vt:lpstr>
      <vt:lpstr>PowerPoint Presentation</vt:lpstr>
      <vt:lpstr>PowerPoint Presentation</vt:lpstr>
      <vt:lpstr>System Architecture</vt:lpstr>
      <vt:lpstr>Physiological signals to physiological summary generation algo</vt:lpstr>
      <vt:lpstr>Real-Time Physiological + Text Emotional Support System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sudipa garain</dc:creator>
  <cp:lastModifiedBy>sudipa garain</cp:lastModifiedBy>
  <cp:revision>1</cp:revision>
  <dcterms:created xsi:type="dcterms:W3CDTF">2026-07-14T11:34:57Z</dcterms:created>
  <dcterms:modified xsi:type="dcterms:W3CDTF">2026-07-21T15:00:19Z</dcterms:modified>
</cp:coreProperties>
</file>